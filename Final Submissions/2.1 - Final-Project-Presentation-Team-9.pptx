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7"/>
  </p:notesMasterIdLst>
  <p:handoutMasterIdLst>
    <p:handoutMasterId r:id="rId18"/>
  </p:handoutMasterIdLst>
  <p:sldIdLst>
    <p:sldId id="256" r:id="rId5"/>
    <p:sldId id="282" r:id="rId6"/>
    <p:sldId id="277" r:id="rId7"/>
    <p:sldId id="261" r:id="rId8"/>
    <p:sldId id="262" r:id="rId9"/>
    <p:sldId id="263" r:id="rId10"/>
    <p:sldId id="286" r:id="rId11"/>
    <p:sldId id="266" r:id="rId12"/>
    <p:sldId id="288" r:id="rId13"/>
    <p:sldId id="289" r:id="rId14"/>
    <p:sldId id="275" r:id="rId15"/>
    <p:sldId id="276"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8CF8E0-0060-46C0-81D9-618FFA630C64}">
          <p14:sldIdLst>
            <p14:sldId id="256"/>
            <p14:sldId id="282"/>
            <p14:sldId id="277"/>
            <p14:sldId id="261"/>
            <p14:sldId id="262"/>
            <p14:sldId id="263"/>
            <p14:sldId id="286"/>
            <p14:sldId id="266"/>
            <p14:sldId id="288"/>
            <p14:sldId id="289"/>
            <p14:sldId id="275"/>
            <p14:sldId id="276"/>
          </p14:sldIdLst>
        </p14:section>
        <p14:section name="Slide Bank" id="{5BC20F4B-D9F7-49B3-AAF2-15C327AFE936}">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4" name="Author" initials="A" lastIdx="0" clrIdx="3"/>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E7A6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660"/>
  </p:normalViewPr>
  <p:slideViewPr>
    <p:cSldViewPr snapToGrid="0">
      <p:cViewPr>
        <p:scale>
          <a:sx n="88" d="100"/>
          <a:sy n="88" d="100"/>
        </p:scale>
        <p:origin x="102" y="60"/>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p:scale>
          <a:sx n="1" d="2"/>
          <a:sy n="1" d="2"/>
        </p:scale>
        <p:origin x="2712" y="485"/>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commentAuthors" Target="commentAuthor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19D7FC0-1DD1-4CA8-8112-A8C7F40EA693}"/>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7F0B4FAB-25C6-4E98-9EBB-B23B53E6691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B98C9BE-87B7-4760-A22C-329CE4983B43}" type="datetimeFigureOut">
              <a:rPr lang="en-US" smtClean="0"/>
              <a:t>6/23/2025</a:t>
            </a:fld>
            <a:endParaRPr lang="en-US" dirty="0"/>
          </a:p>
        </p:txBody>
      </p:sp>
      <p:sp>
        <p:nvSpPr>
          <p:cNvPr id="4" name="Footer Placeholder 3">
            <a:extLst>
              <a:ext uri="{FF2B5EF4-FFF2-40B4-BE49-F238E27FC236}">
                <a16:creationId xmlns:a16="http://schemas.microsoft.com/office/drawing/2014/main" id="{4D1D8D7A-73C0-4D72-A352-EECD76243E9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EF5E284F-EDF0-4258-A6DB-1E971D45519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3436F7D-74B8-491D-9B56-3C7529DF59F4}" type="slidenum">
              <a:rPr lang="en-US" smtClean="0"/>
              <a:t>‹#›</a:t>
            </a:fld>
            <a:endParaRPr lang="en-US" dirty="0"/>
          </a:p>
        </p:txBody>
      </p:sp>
    </p:spTree>
    <p:extLst>
      <p:ext uri="{BB962C8B-B14F-4D97-AF65-F5344CB8AC3E}">
        <p14:creationId xmlns:p14="http://schemas.microsoft.com/office/powerpoint/2010/main" val="334143263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F89C1D-9DA7-4C69-9BE5-61F988705FB7}" type="datetimeFigureOut">
              <a:rPr lang="en-US" smtClean="0"/>
              <a:t>6/23/2025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5EB07D3-876E-4CE3-BE97-1887ED6BB637}" type="slidenum">
              <a:rPr lang="en-US" smtClean="0"/>
              <a:t>‹#›</a:t>
            </a:fld>
            <a:endParaRPr lang="en-US" dirty="0"/>
          </a:p>
        </p:txBody>
      </p:sp>
    </p:spTree>
    <p:extLst>
      <p:ext uri="{BB962C8B-B14F-4D97-AF65-F5344CB8AC3E}">
        <p14:creationId xmlns:p14="http://schemas.microsoft.com/office/powerpoint/2010/main" val="27472596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pic>
        <p:nvPicPr>
          <p:cNvPr id="12" name="Picture 11" descr="A picture containing outdoor, sky, nature, dune&#10;&#10;Description automatically generated">
            <a:extLst>
              <a:ext uri="{FF2B5EF4-FFF2-40B4-BE49-F238E27FC236}">
                <a16:creationId xmlns:a16="http://schemas.microsoft.com/office/drawing/2014/main" id="{9996762E-98CA-45F3-8778-C77264B504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8610600" cy="6858000"/>
          </a:xfrm>
          <a:prstGeom prst="rect">
            <a:avLst/>
          </a:prstGeom>
        </p:spPr>
      </p:pic>
      <p:sp>
        <p:nvSpPr>
          <p:cNvPr id="3" name="Subtitle 2">
            <a:extLst>
              <a:ext uri="{FF2B5EF4-FFF2-40B4-BE49-F238E27FC236}">
                <a16:creationId xmlns:a16="http://schemas.microsoft.com/office/drawing/2014/main" id="{43D32955-BB06-40DE-A14A-2170FD41AD52}"/>
              </a:ext>
            </a:extLst>
          </p:cNvPr>
          <p:cNvSpPr>
            <a:spLocks noGrp="1"/>
          </p:cNvSpPr>
          <p:nvPr>
            <p:ph type="subTitle" idx="1"/>
          </p:nvPr>
        </p:nvSpPr>
        <p:spPr>
          <a:xfrm>
            <a:off x="9768840" y="4723772"/>
            <a:ext cx="1708784" cy="1156332"/>
          </a:xfrm>
        </p:spPr>
        <p:txBody>
          <a:bodyPr/>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10" name="Picture Placeholder 9">
            <a:extLst>
              <a:ext uri="{FF2B5EF4-FFF2-40B4-BE49-F238E27FC236}">
                <a16:creationId xmlns:a16="http://schemas.microsoft.com/office/drawing/2014/main" id="{0D510E1D-A8A6-4E4B-8055-B484B4853348}"/>
              </a:ext>
            </a:extLst>
          </p:cNvPr>
          <p:cNvSpPr>
            <a:spLocks noGrp="1"/>
          </p:cNvSpPr>
          <p:nvPr>
            <p:ph type="pic" sz="quarter" idx="13"/>
          </p:nvPr>
        </p:nvSpPr>
        <p:spPr>
          <a:xfrm>
            <a:off x="495300" y="536574"/>
            <a:ext cx="7620000" cy="5784853"/>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E6BAFCD4-E08A-4CBF-B3C6-F99D6523EB03}"/>
              </a:ext>
            </a:extLst>
          </p:cNvPr>
          <p:cNvCxnSpPr>
            <a:cxnSpLocks/>
          </p:cNvCxnSpPr>
          <p:nvPr userDrawn="1"/>
        </p:nvCxnSpPr>
        <p:spPr>
          <a:xfrm flipH="1">
            <a:off x="9768840" y="5701668"/>
            <a:ext cx="242316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6C25C416-A3A2-4CF9-9532-2C0BFB51CFDF}"/>
              </a:ext>
            </a:extLst>
          </p:cNvPr>
          <p:cNvSpPr>
            <a:spLocks noGrp="1"/>
          </p:cNvSpPr>
          <p:nvPr>
            <p:ph type="ctrTitle"/>
          </p:nvPr>
        </p:nvSpPr>
        <p:spPr>
          <a:xfrm>
            <a:off x="6888480" y="1122363"/>
            <a:ext cx="4446270" cy="2387600"/>
          </a:xfrm>
        </p:spPr>
        <p:txBody>
          <a:bodyPr anchor="t">
            <a:noAutofit/>
          </a:bodyPr>
          <a:lstStyle>
            <a:lvl1pPr algn="l">
              <a:defRPr sz="6600">
                <a:solidFill>
                  <a:schemeClr val="accent3"/>
                </a:solidFill>
              </a:defRPr>
            </a:lvl1pPr>
          </a:lstStyle>
          <a:p>
            <a:r>
              <a:rPr lang="en-US"/>
              <a:t>Click to edit Master title style</a:t>
            </a:r>
            <a:endParaRPr lang="en-US" dirty="0"/>
          </a:p>
        </p:txBody>
      </p:sp>
      <p:sp>
        <p:nvSpPr>
          <p:cNvPr id="5" name="Text Placeholder 4">
            <a:extLst>
              <a:ext uri="{FF2B5EF4-FFF2-40B4-BE49-F238E27FC236}">
                <a16:creationId xmlns:a16="http://schemas.microsoft.com/office/drawing/2014/main" id="{C277D2B5-DEF8-4833-801A-DC6C2692B990}"/>
              </a:ext>
            </a:extLst>
          </p:cNvPr>
          <p:cNvSpPr>
            <a:spLocks noGrp="1"/>
          </p:cNvSpPr>
          <p:nvPr>
            <p:ph type="body" sz="quarter" idx="14"/>
          </p:nvPr>
        </p:nvSpPr>
        <p:spPr>
          <a:xfrm>
            <a:off x="9341358" y="4162298"/>
            <a:ext cx="1993392" cy="199339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Tree>
    <p:extLst>
      <p:ext uri="{BB962C8B-B14F-4D97-AF65-F5344CB8AC3E}">
        <p14:creationId xmlns:p14="http://schemas.microsoft.com/office/powerpoint/2010/main" val="3839583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solidFill>
          <a:schemeClr val="accent2"/>
        </a:solidFill>
        <a:effectLst/>
      </p:bgPr>
    </p:bg>
    <p:spTree>
      <p:nvGrpSpPr>
        <p:cNvPr id="1" name=""/>
        <p:cNvGrpSpPr/>
        <p:nvPr/>
      </p:nvGrpSpPr>
      <p:grpSpPr>
        <a:xfrm>
          <a:off x="0" y="0"/>
          <a:ext cx="0" cy="0"/>
          <a:chOff x="0" y="0"/>
          <a:chExt cx="0" cy="0"/>
        </a:xfrm>
      </p:grpSpPr>
      <p:pic>
        <p:nvPicPr>
          <p:cNvPr id="10" name="Picture 9" descr="A group of people riding horses&#10;&#10;Description automatically generated with medium confidence">
            <a:extLst>
              <a:ext uri="{FF2B5EF4-FFF2-40B4-BE49-F238E27FC236}">
                <a16:creationId xmlns:a16="http://schemas.microsoft.com/office/drawing/2014/main" id="{EEDAD97A-3707-4927-B006-8E1F9FA7A1F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5603286" y="0"/>
            <a:ext cx="6588714" cy="6858000"/>
          </a:xfrm>
          <a:prstGeom prst="rect">
            <a:avLst/>
          </a:prstGeom>
        </p:spPr>
      </p:pic>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1162050" y="523875"/>
            <a:ext cx="3975802" cy="1514476"/>
          </a:xfrm>
        </p:spPr>
        <p:txBody>
          <a:bodyPr lIns="0" rIns="0" anchor="b"/>
          <a:lstStyle>
            <a:lvl1pPr>
              <a:defRPr>
                <a:solidFill>
                  <a:schemeClr val="accent1"/>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a:xfrm>
            <a:off x="1162050" y="4662486"/>
            <a:ext cx="3975804" cy="1514476"/>
          </a:xfrm>
        </p:spPr>
        <p:txBody>
          <a:bodyPr lIns="0" rIns="0">
            <a:normAutofit/>
          </a:bodyPr>
          <a:lstStyle>
            <a:lvl1pPr marL="0" indent="0">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p:txBody>
          <a:bodyPr/>
          <a:lstStyle>
            <a:lvl1pPr>
              <a:defRPr>
                <a:solidFill>
                  <a:schemeClr val="accent1"/>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p:txBody>
          <a:bodyPr/>
          <a:lstStyle>
            <a:lvl1pPr>
              <a:defRPr>
                <a:solidFill>
                  <a:schemeClr val="accent1"/>
                </a:solidFill>
              </a:defRPr>
            </a:lvl1pPr>
          </a:lstStyle>
          <a:p>
            <a:r>
              <a:rPr lang="en-US" dirty="0"/>
              <a:t>Pitch deck</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E3A83D3B-4878-44A9-ADD4-00764E5E82E9}"/>
              </a:ext>
            </a:extLst>
          </p:cNvPr>
          <p:cNvSpPr>
            <a:spLocks noGrp="1"/>
          </p:cNvSpPr>
          <p:nvPr>
            <p:ph type="pic" sz="quarter" idx="13"/>
          </p:nvPr>
        </p:nvSpPr>
        <p:spPr>
          <a:xfrm>
            <a:off x="6068718" y="523875"/>
            <a:ext cx="5657850" cy="5810250"/>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FFB9B857-A210-44D8-8C91-781E2B69B771}"/>
              </a:ext>
            </a:extLst>
          </p:cNvPr>
          <p:cNvCxnSpPr/>
          <p:nvPr userDrawn="1"/>
        </p:nvCxnSpPr>
        <p:spPr>
          <a:xfrm>
            <a:off x="1162050" y="2333625"/>
            <a:ext cx="0" cy="2000250"/>
          </a:xfrm>
          <a:prstGeom prst="line">
            <a:avLst/>
          </a:prstGeom>
        </p:spPr>
        <p:style>
          <a:lnRef idx="1">
            <a:schemeClr val="accent1"/>
          </a:lnRef>
          <a:fillRef idx="0">
            <a:schemeClr val="accent1"/>
          </a:fillRef>
          <a:effectRef idx="0">
            <a:schemeClr val="accent1"/>
          </a:effectRef>
          <a:fontRef idx="minor">
            <a:schemeClr val="tx1"/>
          </a:fontRef>
        </p:style>
      </p:cxnSp>
      <p:sp>
        <p:nvSpPr>
          <p:cNvPr id="14" name="Text Placeholder 4">
            <a:extLst>
              <a:ext uri="{FF2B5EF4-FFF2-40B4-BE49-F238E27FC236}">
                <a16:creationId xmlns:a16="http://schemas.microsoft.com/office/drawing/2014/main" id="{4BED8496-5E7C-4C78-B8EF-9319D4BF8E1B}"/>
              </a:ext>
            </a:extLst>
          </p:cNvPr>
          <p:cNvSpPr>
            <a:spLocks noGrp="1"/>
          </p:cNvSpPr>
          <p:nvPr>
            <p:ph type="body" sz="quarter" idx="14"/>
          </p:nvPr>
        </p:nvSpPr>
        <p:spPr>
          <a:xfrm>
            <a:off x="640080" y="768096"/>
            <a:ext cx="1856232" cy="185623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Tree>
    <p:extLst>
      <p:ext uri="{BB962C8B-B14F-4D97-AF65-F5344CB8AC3E}">
        <p14:creationId xmlns:p14="http://schemas.microsoft.com/office/powerpoint/2010/main" val="1164587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1"/>
        </a:solidFill>
        <a:effectLst/>
      </p:bgPr>
    </p:bg>
    <p:spTree>
      <p:nvGrpSpPr>
        <p:cNvPr id="1" name=""/>
        <p:cNvGrpSpPr/>
        <p:nvPr/>
      </p:nvGrpSpPr>
      <p:grpSpPr>
        <a:xfrm>
          <a:off x="0" y="0"/>
          <a:ext cx="0" cy="0"/>
          <a:chOff x="0" y="0"/>
          <a:chExt cx="0" cy="0"/>
        </a:xfrm>
      </p:grpSpPr>
      <p:pic>
        <p:nvPicPr>
          <p:cNvPr id="10" name="Picture 9" descr="A picture containing tree, nature, spring&#10;&#10;Description automatically generated">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81000" y="381000"/>
            <a:ext cx="6858000" cy="6096000"/>
          </a:xfrm>
          <a:prstGeom prst="rect">
            <a:avLst/>
          </a:prstGeom>
        </p:spPr>
      </p:pic>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6724244" y="473869"/>
            <a:ext cx="4603750" cy="1226572"/>
          </a:xfrm>
        </p:spPr>
        <p:txBody>
          <a:bodyPr lIns="0" anchor="b">
            <a:normAutofit/>
          </a:bodyPr>
          <a:lstStyle>
            <a:lvl1pPr>
              <a:defRPr sz="4400">
                <a:solidFill>
                  <a:schemeClr val="accent3"/>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7035800" y="2160591"/>
            <a:ext cx="4298950"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lvl1pPr>
              <a:defRPr>
                <a:solidFill>
                  <a:schemeClr val="accent1"/>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a:xfrm>
            <a:off x="7035799" y="6356350"/>
            <a:ext cx="2772229" cy="365125"/>
          </a:xfrm>
        </p:spPr>
        <p:txBody>
          <a:bodyPr/>
          <a:lstStyle>
            <a:lvl1pPr algn="l">
              <a:defRPr>
                <a:solidFill>
                  <a:schemeClr val="accent3">
                    <a:lumMod val="60000"/>
                    <a:lumOff val="40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a:xfrm>
            <a:off x="10036628" y="6356350"/>
            <a:ext cx="1317171" cy="365125"/>
          </a:xfrm>
        </p:spPr>
        <p:txBody>
          <a:bodyPr/>
          <a:lstStyle>
            <a:lvl1pPr>
              <a:defRPr>
                <a:solidFill>
                  <a:schemeClr val="accent3">
                    <a:lumMod val="60000"/>
                    <a:lumOff val="40000"/>
                  </a:schemeClr>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8C140FD9-A97C-40A2-A8B8-84D503A3C4BD}"/>
              </a:ext>
            </a:extLst>
          </p:cNvPr>
          <p:cNvSpPr>
            <a:spLocks noGrp="1"/>
          </p:cNvSpPr>
          <p:nvPr>
            <p:ph type="pic" sz="quarter" idx="13"/>
          </p:nvPr>
        </p:nvSpPr>
        <p:spPr>
          <a:xfrm>
            <a:off x="566736" y="525463"/>
            <a:ext cx="4962526" cy="5807075"/>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7A83CD18-0EF9-4AC6-87C8-0A5C8F9F2CA9}"/>
              </a:ext>
            </a:extLst>
          </p:cNvPr>
          <p:cNvCxnSpPr>
            <a:cxnSpLocks/>
          </p:cNvCxnSpPr>
          <p:nvPr userDrawn="1"/>
        </p:nvCxnSpPr>
        <p:spPr>
          <a:xfrm>
            <a:off x="6743700" y="1859273"/>
            <a:ext cx="0" cy="4360552"/>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EB506012-914F-463E-9582-CE719EAD470E}"/>
              </a:ext>
            </a:extLst>
          </p:cNvPr>
          <p:cNvSpPr>
            <a:spLocks noGrp="1"/>
          </p:cNvSpPr>
          <p:nvPr>
            <p:ph type="body" idx="15"/>
          </p:nvPr>
        </p:nvSpPr>
        <p:spPr>
          <a:xfrm>
            <a:off x="7035800" y="1859273"/>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3B07FC46-2A60-4E96-A309-C03E813082E8}"/>
              </a:ext>
            </a:extLst>
          </p:cNvPr>
          <p:cNvSpPr>
            <a:spLocks noGrp="1"/>
          </p:cNvSpPr>
          <p:nvPr>
            <p:ph type="body" idx="16"/>
          </p:nvPr>
        </p:nvSpPr>
        <p:spPr>
          <a:xfrm>
            <a:off x="7035800" y="3271768"/>
            <a:ext cx="4298950"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0CB8BDA-C60A-4110-9D29-E59BA67AAD0C}"/>
              </a:ext>
            </a:extLst>
          </p:cNvPr>
          <p:cNvSpPr>
            <a:spLocks noGrp="1"/>
          </p:cNvSpPr>
          <p:nvPr>
            <p:ph type="body" idx="17"/>
          </p:nvPr>
        </p:nvSpPr>
        <p:spPr>
          <a:xfrm>
            <a:off x="7035800" y="2970450"/>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Placeholder 2">
            <a:extLst>
              <a:ext uri="{FF2B5EF4-FFF2-40B4-BE49-F238E27FC236}">
                <a16:creationId xmlns:a16="http://schemas.microsoft.com/office/drawing/2014/main" id="{7DB6CAB0-C8FA-4599-AB8C-A2AEED800C6B}"/>
              </a:ext>
            </a:extLst>
          </p:cNvPr>
          <p:cNvSpPr>
            <a:spLocks noGrp="1"/>
          </p:cNvSpPr>
          <p:nvPr>
            <p:ph type="body" idx="18"/>
          </p:nvPr>
        </p:nvSpPr>
        <p:spPr>
          <a:xfrm>
            <a:off x="7035800" y="4382945"/>
            <a:ext cx="4298950"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3" name="Text Placeholder 2">
            <a:extLst>
              <a:ext uri="{FF2B5EF4-FFF2-40B4-BE49-F238E27FC236}">
                <a16:creationId xmlns:a16="http://schemas.microsoft.com/office/drawing/2014/main" id="{7659D317-0B72-4047-84EB-EF154C96B979}"/>
              </a:ext>
            </a:extLst>
          </p:cNvPr>
          <p:cNvSpPr>
            <a:spLocks noGrp="1"/>
          </p:cNvSpPr>
          <p:nvPr>
            <p:ph type="body" idx="19"/>
          </p:nvPr>
        </p:nvSpPr>
        <p:spPr>
          <a:xfrm>
            <a:off x="7035800" y="4081627"/>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4" name="Text Placeholder 2">
            <a:extLst>
              <a:ext uri="{FF2B5EF4-FFF2-40B4-BE49-F238E27FC236}">
                <a16:creationId xmlns:a16="http://schemas.microsoft.com/office/drawing/2014/main" id="{802DCFFD-63E0-4E21-908F-7B3242F6AAB4}"/>
              </a:ext>
            </a:extLst>
          </p:cNvPr>
          <p:cNvSpPr>
            <a:spLocks noGrp="1"/>
          </p:cNvSpPr>
          <p:nvPr>
            <p:ph type="body" idx="20"/>
          </p:nvPr>
        </p:nvSpPr>
        <p:spPr>
          <a:xfrm>
            <a:off x="7035800" y="5494123"/>
            <a:ext cx="4298950" cy="72570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5" name="Text Placeholder 2">
            <a:extLst>
              <a:ext uri="{FF2B5EF4-FFF2-40B4-BE49-F238E27FC236}">
                <a16:creationId xmlns:a16="http://schemas.microsoft.com/office/drawing/2014/main" id="{3A7E7A4C-470C-4831-907E-3338C5B817FD}"/>
              </a:ext>
            </a:extLst>
          </p:cNvPr>
          <p:cNvSpPr>
            <a:spLocks noGrp="1"/>
          </p:cNvSpPr>
          <p:nvPr>
            <p:ph type="body" idx="21"/>
          </p:nvPr>
        </p:nvSpPr>
        <p:spPr>
          <a:xfrm>
            <a:off x="7035800" y="5192805"/>
            <a:ext cx="4298950" cy="334668"/>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5916592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 colum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accent3"/>
                </a:solidFill>
              </a:defRPr>
            </a:lvl1pPr>
          </a:lstStyle>
          <a:p>
            <a:r>
              <a:rPr lang="en-US"/>
              <a:t>Click to edit Master title style</a:t>
            </a:r>
            <a:endParaRPr lang="en-ZA"/>
          </a:p>
        </p:txBody>
      </p:sp>
      <p:sp>
        <p:nvSpPr>
          <p:cNvPr id="6" name="Footer Placeholder 5">
            <a:extLst>
              <a:ext uri="{FF2B5EF4-FFF2-40B4-BE49-F238E27FC236}">
                <a16:creationId xmlns:a16="http://schemas.microsoft.com/office/drawing/2014/main" id="{29E5E346-F307-4307-949D-77CDB6E6577A}"/>
              </a:ext>
            </a:extLst>
          </p:cNvPr>
          <p:cNvSpPr>
            <a:spLocks noGrp="1"/>
          </p:cNvSpPr>
          <p:nvPr>
            <p:ph type="ftr" sz="quarter" idx="10"/>
          </p:nvPr>
        </p:nvSpPr>
        <p:spPr/>
        <p:txBody>
          <a:bodyPr/>
          <a:lstStyle>
            <a:lvl1pPr>
              <a:defRPr>
                <a:solidFill>
                  <a:schemeClr val="accent3">
                    <a:lumMod val="60000"/>
                    <a:lumOff val="40000"/>
                  </a:schemeClr>
                </a:solidFill>
              </a:defRPr>
            </a:lvl1pPr>
          </a:lstStyle>
          <a:p>
            <a:r>
              <a:rPr lang="en-ZA" dirty="0"/>
              <a:t>Pitch deck</a:t>
            </a:r>
          </a:p>
        </p:txBody>
      </p:sp>
      <p:sp>
        <p:nvSpPr>
          <p:cNvPr id="7" name="Slide Number Placeholder 6">
            <a:extLst>
              <a:ext uri="{FF2B5EF4-FFF2-40B4-BE49-F238E27FC236}">
                <a16:creationId xmlns:a16="http://schemas.microsoft.com/office/drawing/2014/main" id="{BB4446C0-A637-4726-88A6-815A6AB63B96}"/>
              </a:ext>
            </a:extLst>
          </p:cNvPr>
          <p:cNvSpPr>
            <a:spLocks noGrp="1"/>
          </p:cNvSpPr>
          <p:nvPr>
            <p:ph type="sldNum" sz="quarter" idx="11"/>
          </p:nvPr>
        </p:nvSpPr>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981075"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981075" y="4644390"/>
            <a:ext cx="1980000" cy="1490080"/>
          </a:xfrm>
        </p:spPr>
        <p:txBody>
          <a:bodyPr>
            <a:normAutofit/>
          </a:bodyPr>
          <a:lstStyle>
            <a:lvl1pPr marL="0" indent="0" algn="ctr">
              <a:lnSpc>
                <a:spcPts val="1700"/>
              </a:lnSpc>
              <a:buNone/>
              <a:defRPr sz="1200">
                <a:solidFill>
                  <a:schemeClr val="accent3"/>
                </a:solidFill>
              </a:defRPr>
            </a:lvl1pPr>
          </a:lstStyle>
          <a:p>
            <a:pPr lvl="0"/>
            <a:r>
              <a:rPr lang="en-US" dirty="0"/>
              <a:t>Bullet Description</a:t>
            </a:r>
            <a:endParaRPr lang="en-ZA" dirty="0"/>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3731025"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2</a:t>
            </a:r>
            <a:endParaRPr lang="en-ZA"/>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3731025" y="4644390"/>
            <a:ext cx="1980000" cy="1490080"/>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6480975"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3</a:t>
            </a:r>
            <a:endParaRPr lang="en-ZA"/>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6480975" y="4644390"/>
            <a:ext cx="1980000" cy="1490080"/>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6" name="Content Placeholder 15">
            <a:extLst>
              <a:ext uri="{FF2B5EF4-FFF2-40B4-BE49-F238E27FC236}">
                <a16:creationId xmlns:a16="http://schemas.microsoft.com/office/drawing/2014/main" id="{FF934EF9-BF0B-4A73-8F03-1BA80EE0608B}"/>
              </a:ext>
            </a:extLst>
          </p:cNvPr>
          <p:cNvSpPr>
            <a:spLocks noGrp="1"/>
          </p:cNvSpPr>
          <p:nvPr>
            <p:ph sz="quarter" idx="46"/>
          </p:nvPr>
        </p:nvSpPr>
        <p:spPr>
          <a:xfrm>
            <a:off x="1227175"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1" name="Text Placeholder 8">
            <a:extLst>
              <a:ext uri="{FF2B5EF4-FFF2-40B4-BE49-F238E27FC236}">
                <a16:creationId xmlns:a16="http://schemas.microsoft.com/office/drawing/2014/main" id="{4182E807-0C2E-4BC5-BF7E-526F4625C965}"/>
              </a:ext>
            </a:extLst>
          </p:cNvPr>
          <p:cNvSpPr>
            <a:spLocks noGrp="1"/>
          </p:cNvSpPr>
          <p:nvPr>
            <p:ph type="body" sz="quarter" idx="47" hasCustomPrompt="1"/>
          </p:nvPr>
        </p:nvSpPr>
        <p:spPr>
          <a:xfrm>
            <a:off x="9184088"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4</a:t>
            </a:r>
            <a:endParaRPr lang="en-ZA"/>
          </a:p>
        </p:txBody>
      </p:sp>
      <p:sp>
        <p:nvSpPr>
          <p:cNvPr id="22" name="Text Placeholder 10">
            <a:extLst>
              <a:ext uri="{FF2B5EF4-FFF2-40B4-BE49-F238E27FC236}">
                <a16:creationId xmlns:a16="http://schemas.microsoft.com/office/drawing/2014/main" id="{8B21E869-F893-4182-B4C9-9C6D4C1E7093}"/>
              </a:ext>
            </a:extLst>
          </p:cNvPr>
          <p:cNvSpPr>
            <a:spLocks noGrp="1"/>
          </p:cNvSpPr>
          <p:nvPr>
            <p:ph type="body" sz="quarter" idx="48" hasCustomPrompt="1"/>
          </p:nvPr>
        </p:nvSpPr>
        <p:spPr>
          <a:xfrm>
            <a:off x="9184087" y="4644390"/>
            <a:ext cx="1980000" cy="1490080"/>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23" name="Content Placeholder 15">
            <a:extLst>
              <a:ext uri="{FF2B5EF4-FFF2-40B4-BE49-F238E27FC236}">
                <a16:creationId xmlns:a16="http://schemas.microsoft.com/office/drawing/2014/main" id="{B86A7EE6-1FE6-48B5-8747-AB276F95128F}"/>
              </a:ext>
            </a:extLst>
          </p:cNvPr>
          <p:cNvSpPr>
            <a:spLocks noGrp="1"/>
          </p:cNvSpPr>
          <p:nvPr>
            <p:ph sz="quarter" idx="49"/>
          </p:nvPr>
        </p:nvSpPr>
        <p:spPr>
          <a:xfrm>
            <a:off x="3977125"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4" name="Content Placeholder 15">
            <a:extLst>
              <a:ext uri="{FF2B5EF4-FFF2-40B4-BE49-F238E27FC236}">
                <a16:creationId xmlns:a16="http://schemas.microsoft.com/office/drawing/2014/main" id="{5C937C49-EB73-4979-B8CF-CACF0EA242DA}"/>
              </a:ext>
            </a:extLst>
          </p:cNvPr>
          <p:cNvSpPr>
            <a:spLocks noGrp="1"/>
          </p:cNvSpPr>
          <p:nvPr>
            <p:ph sz="quarter" idx="50"/>
          </p:nvPr>
        </p:nvSpPr>
        <p:spPr>
          <a:xfrm>
            <a:off x="6727075"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5" name="Content Placeholder 15">
            <a:extLst>
              <a:ext uri="{FF2B5EF4-FFF2-40B4-BE49-F238E27FC236}">
                <a16:creationId xmlns:a16="http://schemas.microsoft.com/office/drawing/2014/main" id="{5B5AE825-32F0-4FF5-AD58-C846CFE482B5}"/>
              </a:ext>
            </a:extLst>
          </p:cNvPr>
          <p:cNvSpPr>
            <a:spLocks noGrp="1"/>
          </p:cNvSpPr>
          <p:nvPr>
            <p:ph sz="quarter" idx="51"/>
          </p:nvPr>
        </p:nvSpPr>
        <p:spPr>
          <a:xfrm>
            <a:off x="9430188" y="2209231"/>
            <a:ext cx="1487800" cy="1487801"/>
          </a:xfrm>
        </p:spPr>
        <p:txBody>
          <a:bodyPr/>
          <a:lstStyle>
            <a:lvl1pPr marL="0" indent="0">
              <a:buNone/>
              <a:defRPr>
                <a:solidFill>
                  <a:schemeClr val="accent3"/>
                </a:solidFill>
              </a:defRPr>
            </a:lvl1pPr>
          </a:lstStyle>
          <a:p>
            <a:pPr lvl="0"/>
            <a:r>
              <a:rPr lang="en-US"/>
              <a:t>Click to edit Master text styles</a:t>
            </a:r>
          </a:p>
        </p:txBody>
      </p:sp>
      <p:cxnSp>
        <p:nvCxnSpPr>
          <p:cNvPr id="26" name="Straight Connector 25">
            <a:extLst>
              <a:ext uri="{FF2B5EF4-FFF2-40B4-BE49-F238E27FC236}">
                <a16:creationId xmlns:a16="http://schemas.microsoft.com/office/drawing/2014/main" id="{C2FC193C-7F61-40CA-B97F-DE9D338DC965}"/>
              </a:ext>
            </a:extLst>
          </p:cNvPr>
          <p:cNvCxnSpPr>
            <a:cxnSpLocks/>
          </p:cNvCxnSpPr>
          <p:nvPr userDrawn="1"/>
        </p:nvCxnSpPr>
        <p:spPr>
          <a:xfrm>
            <a:off x="1513875"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86C94F-FF53-46BA-B125-57E5D572D064}"/>
              </a:ext>
            </a:extLst>
          </p:cNvPr>
          <p:cNvCxnSpPr>
            <a:cxnSpLocks/>
          </p:cNvCxnSpPr>
          <p:nvPr userDrawn="1"/>
        </p:nvCxnSpPr>
        <p:spPr>
          <a:xfrm>
            <a:off x="4248911"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C882BF-032B-4B67-AF3E-CF79FBCC4FD4}"/>
              </a:ext>
            </a:extLst>
          </p:cNvPr>
          <p:cNvCxnSpPr>
            <a:cxnSpLocks/>
          </p:cNvCxnSpPr>
          <p:nvPr userDrawn="1"/>
        </p:nvCxnSpPr>
        <p:spPr>
          <a:xfrm>
            <a:off x="6983947"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B5750C30-59A4-4345-B670-0030A6828B14}"/>
              </a:ext>
            </a:extLst>
          </p:cNvPr>
          <p:cNvCxnSpPr>
            <a:cxnSpLocks/>
          </p:cNvCxnSpPr>
          <p:nvPr userDrawn="1"/>
        </p:nvCxnSpPr>
        <p:spPr>
          <a:xfrm>
            <a:off x="9718983"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34" name="Picture 33" descr="A picture containing outdoor, sky, nature, dune&#10;&#10;Description automatically generated">
            <a:extLst>
              <a:ext uri="{FF2B5EF4-FFF2-40B4-BE49-F238E27FC236}">
                <a16:creationId xmlns:a16="http://schemas.microsoft.com/office/drawing/2014/main" id="{3E2CAEA6-2840-4C2D-B6E2-A17A0A9F065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36" name="Picture 35" descr="A picture containing outdoor, sky, nature, dune&#10;&#10;Description automatically generated">
            <a:extLst>
              <a:ext uri="{FF2B5EF4-FFF2-40B4-BE49-F238E27FC236}">
                <a16:creationId xmlns:a16="http://schemas.microsoft.com/office/drawing/2014/main" id="{7C270418-FBBE-4523-812C-440495951DA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37" name="Date Placeholder 3">
            <a:extLst>
              <a:ext uri="{FF2B5EF4-FFF2-40B4-BE49-F238E27FC236}">
                <a16:creationId xmlns:a16="http://schemas.microsoft.com/office/drawing/2014/main" id="{4F3022F7-3702-4466-9986-D2645E60F29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2715236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 content">
    <p:bg>
      <p:bgPr>
        <a:solidFill>
          <a:schemeClr val="accent2"/>
        </a:solidFill>
        <a:effectLst/>
      </p:bgPr>
    </p:bg>
    <p:spTree>
      <p:nvGrpSpPr>
        <p:cNvPr id="1" name=""/>
        <p:cNvGrpSpPr/>
        <p:nvPr/>
      </p:nvGrpSpPr>
      <p:grpSpPr>
        <a:xfrm>
          <a:off x="0" y="0"/>
          <a:ext cx="0" cy="0"/>
          <a:chOff x="0" y="0"/>
          <a:chExt cx="0" cy="0"/>
        </a:xfrm>
      </p:grpSpPr>
      <p:pic>
        <p:nvPicPr>
          <p:cNvPr id="9" name="Picture 8" descr="A body of water with trees around it&#10;&#10;Description automatically generated with medium confidence">
            <a:extLst>
              <a:ext uri="{FF2B5EF4-FFF2-40B4-BE49-F238E27FC236}">
                <a16:creationId xmlns:a16="http://schemas.microsoft.com/office/drawing/2014/main" id="{4FA989F3-E380-4D92-BD33-21366C4663EC}"/>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3581400" y="0"/>
            <a:ext cx="5029200" cy="6858000"/>
          </a:xfrm>
          <a:prstGeom prst="rect">
            <a:avLst/>
          </a:prstGeom>
        </p:spPr>
      </p:pic>
      <p:sp>
        <p:nvSpPr>
          <p:cNvPr id="11" name="Picture Placeholder 10">
            <a:extLst>
              <a:ext uri="{FF2B5EF4-FFF2-40B4-BE49-F238E27FC236}">
                <a16:creationId xmlns:a16="http://schemas.microsoft.com/office/drawing/2014/main" id="{E97333B9-F523-4307-B469-F66B0C6E9D6E}"/>
              </a:ext>
            </a:extLst>
          </p:cNvPr>
          <p:cNvSpPr>
            <a:spLocks noGrp="1"/>
          </p:cNvSpPr>
          <p:nvPr>
            <p:ph type="pic" sz="quarter" idx="13"/>
          </p:nvPr>
        </p:nvSpPr>
        <p:spPr>
          <a:xfrm>
            <a:off x="4038600" y="508000"/>
            <a:ext cx="4114800" cy="5842000"/>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a:xfrm>
            <a:off x="838200" y="365125"/>
            <a:ext cx="10515600" cy="1325563"/>
          </a:xfrm>
        </p:spPr>
        <p:txBody>
          <a:bodyPr/>
          <a:lstStyle>
            <a:lvl1pPr algn="ctr">
              <a:defRPr>
                <a:solidFill>
                  <a:schemeClr val="accent1"/>
                </a:solidFill>
              </a:defRPr>
            </a:lvl1pPr>
          </a:lstStyle>
          <a:p>
            <a:r>
              <a:rPr lang="en-US"/>
              <a:t>Click to edit Master title style</a:t>
            </a:r>
          </a:p>
        </p:txBody>
      </p:sp>
      <p:sp>
        <p:nvSpPr>
          <p:cNvPr id="12" name="Text Placeholder 8">
            <a:extLst>
              <a:ext uri="{FF2B5EF4-FFF2-40B4-BE49-F238E27FC236}">
                <a16:creationId xmlns:a16="http://schemas.microsoft.com/office/drawing/2014/main" id="{D42CD466-114C-48B9-82B3-DC830491B351}"/>
              </a:ext>
            </a:extLst>
          </p:cNvPr>
          <p:cNvSpPr>
            <a:spLocks noGrp="1"/>
          </p:cNvSpPr>
          <p:nvPr>
            <p:ph type="body" sz="quarter" idx="33" hasCustomPrompt="1"/>
          </p:nvPr>
        </p:nvSpPr>
        <p:spPr>
          <a:xfrm>
            <a:off x="496500" y="2704606"/>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1</a:t>
            </a:r>
            <a:endParaRPr lang="en-ZA"/>
          </a:p>
        </p:txBody>
      </p:sp>
      <p:sp>
        <p:nvSpPr>
          <p:cNvPr id="13" name="Text Placeholder 10">
            <a:extLst>
              <a:ext uri="{FF2B5EF4-FFF2-40B4-BE49-F238E27FC236}">
                <a16:creationId xmlns:a16="http://schemas.microsoft.com/office/drawing/2014/main" id="{51758243-C023-46F4-AA0D-115263FADCFC}"/>
              </a:ext>
            </a:extLst>
          </p:cNvPr>
          <p:cNvSpPr>
            <a:spLocks noGrp="1"/>
          </p:cNvSpPr>
          <p:nvPr>
            <p:ph type="body" sz="quarter" idx="34" hasCustomPrompt="1"/>
          </p:nvPr>
        </p:nvSpPr>
        <p:spPr>
          <a:xfrm>
            <a:off x="496500" y="3128324"/>
            <a:ext cx="2589600" cy="861420"/>
          </a:xfrm>
        </p:spPr>
        <p:txBody>
          <a:bodyPr>
            <a:normAutofit/>
          </a:bodyPr>
          <a:lstStyle>
            <a:lvl1pPr marL="0" indent="0" algn="ctr">
              <a:lnSpc>
                <a:spcPts val="1700"/>
              </a:lnSpc>
              <a:buNone/>
              <a:defRPr sz="1200">
                <a:solidFill>
                  <a:schemeClr val="accent1"/>
                </a:solidFill>
              </a:defRPr>
            </a:lvl1pPr>
          </a:lstStyle>
          <a:p>
            <a:pPr lvl="0"/>
            <a:r>
              <a:rPr lang="en-US" dirty="0"/>
              <a:t>Bullet Description</a:t>
            </a:r>
            <a:endParaRPr lang="en-ZA" dirty="0"/>
          </a:p>
        </p:txBody>
      </p:sp>
      <p:sp>
        <p:nvSpPr>
          <p:cNvPr id="15" name="Text Placeholder 8">
            <a:extLst>
              <a:ext uri="{FF2B5EF4-FFF2-40B4-BE49-F238E27FC236}">
                <a16:creationId xmlns:a16="http://schemas.microsoft.com/office/drawing/2014/main" id="{6CE54372-39E4-429B-909F-1B393078547E}"/>
              </a:ext>
            </a:extLst>
          </p:cNvPr>
          <p:cNvSpPr>
            <a:spLocks noGrp="1"/>
          </p:cNvSpPr>
          <p:nvPr>
            <p:ph type="body" sz="quarter" idx="35" hasCustomPrompt="1"/>
          </p:nvPr>
        </p:nvSpPr>
        <p:spPr>
          <a:xfrm>
            <a:off x="496500" y="4530478"/>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3</a:t>
            </a:r>
            <a:endParaRPr lang="en-ZA"/>
          </a:p>
        </p:txBody>
      </p:sp>
      <p:sp>
        <p:nvSpPr>
          <p:cNvPr id="16" name="Text Placeholder 10">
            <a:extLst>
              <a:ext uri="{FF2B5EF4-FFF2-40B4-BE49-F238E27FC236}">
                <a16:creationId xmlns:a16="http://schemas.microsoft.com/office/drawing/2014/main" id="{180615B5-AB0C-4460-96CC-11C15E7D74F1}"/>
              </a:ext>
            </a:extLst>
          </p:cNvPr>
          <p:cNvSpPr>
            <a:spLocks noGrp="1"/>
          </p:cNvSpPr>
          <p:nvPr>
            <p:ph type="body" sz="quarter" idx="36" hasCustomPrompt="1"/>
          </p:nvPr>
        </p:nvSpPr>
        <p:spPr>
          <a:xfrm>
            <a:off x="496500" y="4954196"/>
            <a:ext cx="2589600" cy="861420"/>
          </a:xfrm>
        </p:spPr>
        <p:txBody>
          <a:bodyPr>
            <a:normAutofit/>
          </a:bodyPr>
          <a:lstStyle>
            <a:lvl1pPr marL="0" indent="0" algn="ctr">
              <a:lnSpc>
                <a:spcPts val="1700"/>
              </a:lnSpc>
              <a:buNone/>
              <a:defRPr sz="1200">
                <a:solidFill>
                  <a:schemeClr val="accent1"/>
                </a:solidFill>
              </a:defRPr>
            </a:lvl1pPr>
          </a:lstStyle>
          <a:p>
            <a:pPr lvl="0"/>
            <a:r>
              <a:rPr lang="en-US"/>
              <a:t>Bullet Description</a:t>
            </a:r>
            <a:endParaRPr lang="en-ZA"/>
          </a:p>
        </p:txBody>
      </p:sp>
      <p:sp>
        <p:nvSpPr>
          <p:cNvPr id="17" name="Text Placeholder 8">
            <a:extLst>
              <a:ext uri="{FF2B5EF4-FFF2-40B4-BE49-F238E27FC236}">
                <a16:creationId xmlns:a16="http://schemas.microsoft.com/office/drawing/2014/main" id="{09C3E351-39C7-4529-B6CD-B0EF6A4BB0DD}"/>
              </a:ext>
            </a:extLst>
          </p:cNvPr>
          <p:cNvSpPr>
            <a:spLocks noGrp="1"/>
          </p:cNvSpPr>
          <p:nvPr>
            <p:ph type="body" sz="quarter" idx="37" hasCustomPrompt="1"/>
          </p:nvPr>
        </p:nvSpPr>
        <p:spPr>
          <a:xfrm>
            <a:off x="9105900" y="2704606"/>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2</a:t>
            </a:r>
            <a:endParaRPr lang="en-ZA"/>
          </a:p>
        </p:txBody>
      </p:sp>
      <p:sp>
        <p:nvSpPr>
          <p:cNvPr id="18" name="Text Placeholder 10">
            <a:extLst>
              <a:ext uri="{FF2B5EF4-FFF2-40B4-BE49-F238E27FC236}">
                <a16:creationId xmlns:a16="http://schemas.microsoft.com/office/drawing/2014/main" id="{0762CB53-1EBD-4B1E-8562-33910E883348}"/>
              </a:ext>
            </a:extLst>
          </p:cNvPr>
          <p:cNvSpPr>
            <a:spLocks noGrp="1"/>
          </p:cNvSpPr>
          <p:nvPr>
            <p:ph type="body" sz="quarter" idx="38" hasCustomPrompt="1"/>
          </p:nvPr>
        </p:nvSpPr>
        <p:spPr>
          <a:xfrm>
            <a:off x="9105900" y="3128324"/>
            <a:ext cx="2589600" cy="861420"/>
          </a:xfrm>
        </p:spPr>
        <p:txBody>
          <a:bodyPr>
            <a:normAutofit/>
          </a:bodyPr>
          <a:lstStyle>
            <a:lvl1pPr marL="0" indent="0" algn="ctr">
              <a:lnSpc>
                <a:spcPts val="1700"/>
              </a:lnSpc>
              <a:buNone/>
              <a:defRPr sz="1200">
                <a:solidFill>
                  <a:schemeClr val="accent1"/>
                </a:solidFill>
              </a:defRPr>
            </a:lvl1pPr>
          </a:lstStyle>
          <a:p>
            <a:pPr lvl="0"/>
            <a:r>
              <a:rPr lang="en-US"/>
              <a:t>Bullet Description</a:t>
            </a:r>
            <a:endParaRPr lang="en-ZA"/>
          </a:p>
        </p:txBody>
      </p:sp>
      <p:sp>
        <p:nvSpPr>
          <p:cNvPr id="19" name="Text Placeholder 8">
            <a:extLst>
              <a:ext uri="{FF2B5EF4-FFF2-40B4-BE49-F238E27FC236}">
                <a16:creationId xmlns:a16="http://schemas.microsoft.com/office/drawing/2014/main" id="{7F9CB6CB-1D5E-4484-BDCC-67FDE981AA7C}"/>
              </a:ext>
            </a:extLst>
          </p:cNvPr>
          <p:cNvSpPr>
            <a:spLocks noGrp="1"/>
          </p:cNvSpPr>
          <p:nvPr>
            <p:ph type="body" sz="quarter" idx="39" hasCustomPrompt="1"/>
          </p:nvPr>
        </p:nvSpPr>
        <p:spPr>
          <a:xfrm>
            <a:off x="9105900" y="4530478"/>
            <a:ext cx="2589600" cy="360000"/>
          </a:xfrm>
        </p:spPr>
        <p:txBody>
          <a:bodyPr/>
          <a:lstStyle>
            <a:lvl1pPr marL="0" indent="0" algn="ctr">
              <a:buFont typeface="Arial" panose="020B0604020202020204" pitchFamily="34" charset="0"/>
              <a:buNone/>
              <a:defRPr sz="1800">
                <a:solidFill>
                  <a:schemeClr val="accent1"/>
                </a:solidFill>
                <a:latin typeface="+mj-lt"/>
              </a:defRPr>
            </a:lvl1pPr>
          </a:lstStyle>
          <a:p>
            <a:pPr lvl="0"/>
            <a:r>
              <a:rPr lang="en-US"/>
              <a:t>Bullet 4</a:t>
            </a:r>
            <a:endParaRPr lang="en-ZA"/>
          </a:p>
        </p:txBody>
      </p:sp>
      <p:sp>
        <p:nvSpPr>
          <p:cNvPr id="20" name="Text Placeholder 10">
            <a:extLst>
              <a:ext uri="{FF2B5EF4-FFF2-40B4-BE49-F238E27FC236}">
                <a16:creationId xmlns:a16="http://schemas.microsoft.com/office/drawing/2014/main" id="{8229F1D8-00A2-407C-974C-4F22FE98AB1C}"/>
              </a:ext>
            </a:extLst>
          </p:cNvPr>
          <p:cNvSpPr>
            <a:spLocks noGrp="1"/>
          </p:cNvSpPr>
          <p:nvPr>
            <p:ph type="body" sz="quarter" idx="40" hasCustomPrompt="1"/>
          </p:nvPr>
        </p:nvSpPr>
        <p:spPr>
          <a:xfrm>
            <a:off x="9105900" y="4954196"/>
            <a:ext cx="2589600" cy="861420"/>
          </a:xfrm>
        </p:spPr>
        <p:txBody>
          <a:bodyPr>
            <a:normAutofit/>
          </a:bodyPr>
          <a:lstStyle>
            <a:lvl1pPr marL="0" indent="0" algn="ctr">
              <a:lnSpc>
                <a:spcPts val="1700"/>
              </a:lnSpc>
              <a:buNone/>
              <a:defRPr sz="1200">
                <a:solidFill>
                  <a:schemeClr val="accent1"/>
                </a:solidFill>
              </a:defRPr>
            </a:lvl1pPr>
          </a:lstStyle>
          <a:p>
            <a:pPr lvl="0"/>
            <a:r>
              <a:rPr lang="en-US"/>
              <a:t>Bullet Description</a:t>
            </a:r>
            <a:endParaRPr lang="en-ZA"/>
          </a:p>
        </p:txBody>
      </p:sp>
      <p:sp>
        <p:nvSpPr>
          <p:cNvPr id="22" name="Date Placeholder 2">
            <a:extLst>
              <a:ext uri="{FF2B5EF4-FFF2-40B4-BE49-F238E27FC236}">
                <a16:creationId xmlns:a16="http://schemas.microsoft.com/office/drawing/2014/main" id="{7E9D7FB7-F0D3-47C2-95E6-B2D047FF2350}"/>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23" name="Footer Placeholder 3">
            <a:extLst>
              <a:ext uri="{FF2B5EF4-FFF2-40B4-BE49-F238E27FC236}">
                <a16:creationId xmlns:a16="http://schemas.microsoft.com/office/drawing/2014/main" id="{C73EC134-FDBF-4113-B825-23125EE8675C}"/>
              </a:ext>
            </a:extLst>
          </p:cNvPr>
          <p:cNvSpPr>
            <a:spLocks noGrp="1"/>
          </p:cNvSpPr>
          <p:nvPr>
            <p:ph type="ftr" sz="quarter" idx="11"/>
          </p:nvPr>
        </p:nvSpPr>
        <p:spPr>
          <a:xfrm>
            <a:off x="4038600" y="6356350"/>
            <a:ext cx="4114800" cy="365125"/>
          </a:xfrm>
        </p:spPr>
        <p:txBody>
          <a:bodyPr/>
          <a:lstStyle>
            <a:lvl1pPr>
              <a:defRPr>
                <a:solidFill>
                  <a:schemeClr val="accent1"/>
                </a:solidFill>
              </a:defRPr>
            </a:lvl1pPr>
          </a:lstStyle>
          <a:p>
            <a:r>
              <a:rPr lang="en-US" dirty="0"/>
              <a:t>Pitch deck</a:t>
            </a:r>
          </a:p>
        </p:txBody>
      </p:sp>
      <p:sp>
        <p:nvSpPr>
          <p:cNvPr id="24" name="Slide Number Placeholder 4">
            <a:extLst>
              <a:ext uri="{FF2B5EF4-FFF2-40B4-BE49-F238E27FC236}">
                <a16:creationId xmlns:a16="http://schemas.microsoft.com/office/drawing/2014/main" id="{12C2DA51-699D-4FD6-9B2A-2FA0915C710E}"/>
              </a:ext>
            </a:extLst>
          </p:cNvPr>
          <p:cNvSpPr>
            <a:spLocks noGrp="1"/>
          </p:cNvSpPr>
          <p:nvPr>
            <p:ph type="sldNum" sz="quarter" idx="12"/>
          </p:nvPr>
        </p:nvSpPr>
        <p:spPr>
          <a:xfrm>
            <a:off x="8610600" y="6356350"/>
            <a:ext cx="2743200" cy="365125"/>
          </a:xfrm>
        </p:spPr>
        <p:txBody>
          <a:bodyPr/>
          <a:lstStyle>
            <a:lvl1pPr>
              <a:defRPr>
                <a:solidFill>
                  <a:schemeClr val="accent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39566992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points">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7035800" y="473869"/>
            <a:ext cx="4603750" cy="1226572"/>
          </a:xfrm>
        </p:spPr>
        <p:txBody>
          <a:bodyPr anchor="b">
            <a:normAutofit/>
          </a:bodyPr>
          <a:lstStyle>
            <a:lvl1pPr>
              <a:defRPr sz="4400">
                <a:solidFill>
                  <a:schemeClr val="accent3"/>
                </a:solidFill>
              </a:defRPr>
            </a:lvl1pPr>
          </a:lstStyle>
          <a:p>
            <a:r>
              <a:rPr lang="en-US"/>
              <a:t>Click to edit Master title style</a:t>
            </a:r>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7445828" y="2468880"/>
            <a:ext cx="3888921"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10" name="Picture 9">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6358467" y="0"/>
            <a:ext cx="304268" cy="6858000"/>
          </a:xfrm>
          <a:prstGeom prst="rect">
            <a:avLst/>
          </a:prstGeom>
        </p:spPr>
      </p:pic>
      <p:sp>
        <p:nvSpPr>
          <p:cNvPr id="12" name="Picture Placeholder 11">
            <a:extLst>
              <a:ext uri="{FF2B5EF4-FFF2-40B4-BE49-F238E27FC236}">
                <a16:creationId xmlns:a16="http://schemas.microsoft.com/office/drawing/2014/main" id="{8C140FD9-A97C-40A2-A8B8-84D503A3C4BD}"/>
              </a:ext>
            </a:extLst>
          </p:cNvPr>
          <p:cNvSpPr>
            <a:spLocks noGrp="1"/>
          </p:cNvSpPr>
          <p:nvPr>
            <p:ph type="pic" sz="quarter" idx="13"/>
          </p:nvPr>
        </p:nvSpPr>
        <p:spPr>
          <a:xfrm>
            <a:off x="1" y="0"/>
            <a:ext cx="6358466" cy="6857999"/>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7A83CD18-0EF9-4AC6-87C8-0A5C8F9F2CA9}"/>
              </a:ext>
            </a:extLst>
          </p:cNvPr>
          <p:cNvCxnSpPr>
            <a:cxnSpLocks/>
          </p:cNvCxnSpPr>
          <p:nvPr userDrawn="1"/>
        </p:nvCxnSpPr>
        <p:spPr>
          <a:xfrm>
            <a:off x="7256237" y="2928256"/>
            <a:ext cx="0" cy="69668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EB506012-914F-463E-9582-CE719EAD470E}"/>
              </a:ext>
            </a:extLst>
          </p:cNvPr>
          <p:cNvSpPr>
            <a:spLocks noGrp="1"/>
          </p:cNvSpPr>
          <p:nvPr>
            <p:ph type="body" idx="15" hasCustomPrompt="1"/>
          </p:nvPr>
        </p:nvSpPr>
        <p:spPr>
          <a:xfrm>
            <a:off x="7117447" y="2468617"/>
            <a:ext cx="410028" cy="459639"/>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1.</a:t>
            </a:r>
          </a:p>
        </p:txBody>
      </p:sp>
      <p:sp>
        <p:nvSpPr>
          <p:cNvPr id="20" name="Text Placeholder 2">
            <a:extLst>
              <a:ext uri="{FF2B5EF4-FFF2-40B4-BE49-F238E27FC236}">
                <a16:creationId xmlns:a16="http://schemas.microsoft.com/office/drawing/2014/main" id="{3B07FC46-2A60-4E96-A309-C03E813082E8}"/>
              </a:ext>
            </a:extLst>
          </p:cNvPr>
          <p:cNvSpPr>
            <a:spLocks noGrp="1"/>
          </p:cNvSpPr>
          <p:nvPr>
            <p:ph type="body" idx="16"/>
          </p:nvPr>
        </p:nvSpPr>
        <p:spPr>
          <a:xfrm>
            <a:off x="7445828" y="3808800"/>
            <a:ext cx="3888921"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Placeholder 2">
            <a:extLst>
              <a:ext uri="{FF2B5EF4-FFF2-40B4-BE49-F238E27FC236}">
                <a16:creationId xmlns:a16="http://schemas.microsoft.com/office/drawing/2014/main" id="{7DB6CAB0-C8FA-4599-AB8C-A2AEED800C6B}"/>
              </a:ext>
            </a:extLst>
          </p:cNvPr>
          <p:cNvSpPr>
            <a:spLocks noGrp="1"/>
          </p:cNvSpPr>
          <p:nvPr>
            <p:ph type="body" idx="18"/>
          </p:nvPr>
        </p:nvSpPr>
        <p:spPr>
          <a:xfrm>
            <a:off x="7445828" y="5101562"/>
            <a:ext cx="3888921" cy="725701"/>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9" name="Text Placeholder 2">
            <a:extLst>
              <a:ext uri="{FF2B5EF4-FFF2-40B4-BE49-F238E27FC236}">
                <a16:creationId xmlns:a16="http://schemas.microsoft.com/office/drawing/2014/main" id="{FCE75E29-1E56-4BC2-9665-A103D29D944B}"/>
              </a:ext>
            </a:extLst>
          </p:cNvPr>
          <p:cNvSpPr>
            <a:spLocks noGrp="1"/>
          </p:cNvSpPr>
          <p:nvPr>
            <p:ph type="body" idx="20" hasCustomPrompt="1"/>
          </p:nvPr>
        </p:nvSpPr>
        <p:spPr>
          <a:xfrm>
            <a:off x="7117447" y="3808800"/>
            <a:ext cx="410028" cy="459639"/>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2.</a:t>
            </a:r>
          </a:p>
        </p:txBody>
      </p:sp>
      <p:sp>
        <p:nvSpPr>
          <p:cNvPr id="26" name="Text Placeholder 2">
            <a:extLst>
              <a:ext uri="{FF2B5EF4-FFF2-40B4-BE49-F238E27FC236}">
                <a16:creationId xmlns:a16="http://schemas.microsoft.com/office/drawing/2014/main" id="{24A65D09-92B8-4044-9560-43DACBD6E367}"/>
              </a:ext>
            </a:extLst>
          </p:cNvPr>
          <p:cNvSpPr>
            <a:spLocks noGrp="1"/>
          </p:cNvSpPr>
          <p:nvPr>
            <p:ph type="body" idx="21" hasCustomPrompt="1"/>
          </p:nvPr>
        </p:nvSpPr>
        <p:spPr>
          <a:xfrm>
            <a:off x="7117447" y="5101562"/>
            <a:ext cx="410028" cy="459639"/>
          </a:xfrm>
        </p:spPr>
        <p:txBody>
          <a:bodyPr>
            <a:noAutofit/>
          </a:bodyPr>
          <a:lstStyle>
            <a:lvl1pPr marL="0" indent="0">
              <a:buNone/>
              <a:defRPr sz="16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3.</a:t>
            </a:r>
          </a:p>
        </p:txBody>
      </p:sp>
      <p:cxnSp>
        <p:nvCxnSpPr>
          <p:cNvPr id="13" name="Straight Connector 12">
            <a:extLst>
              <a:ext uri="{FF2B5EF4-FFF2-40B4-BE49-F238E27FC236}">
                <a16:creationId xmlns:a16="http://schemas.microsoft.com/office/drawing/2014/main" id="{0AF3E8EA-AD86-4D53-99F2-514C73069694}"/>
              </a:ext>
            </a:extLst>
          </p:cNvPr>
          <p:cNvCxnSpPr>
            <a:cxnSpLocks/>
          </p:cNvCxnSpPr>
          <p:nvPr userDrawn="1"/>
        </p:nvCxnSpPr>
        <p:spPr>
          <a:xfrm>
            <a:off x="7256237" y="4268439"/>
            <a:ext cx="0" cy="696687"/>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8" name="Date Placeholder 3">
            <a:extLst>
              <a:ext uri="{FF2B5EF4-FFF2-40B4-BE49-F238E27FC236}">
                <a16:creationId xmlns:a16="http://schemas.microsoft.com/office/drawing/2014/main" id="{A21C585D-982F-4820-83DB-2EC69C557448}"/>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29" name="Footer Placeholder 4">
            <a:extLst>
              <a:ext uri="{FF2B5EF4-FFF2-40B4-BE49-F238E27FC236}">
                <a16:creationId xmlns:a16="http://schemas.microsoft.com/office/drawing/2014/main" id="{CF6BFE9E-EF76-481D-9C8A-7AB36DF5E35B}"/>
              </a:ext>
            </a:extLst>
          </p:cNvPr>
          <p:cNvSpPr>
            <a:spLocks noGrp="1"/>
          </p:cNvSpPr>
          <p:nvPr>
            <p:ph type="ftr" sz="quarter" idx="11"/>
          </p:nvPr>
        </p:nvSpPr>
        <p:spPr>
          <a:xfrm>
            <a:off x="7035799" y="6356350"/>
            <a:ext cx="2772229" cy="365125"/>
          </a:xfrm>
        </p:spPr>
        <p:txBody>
          <a:bodyPr/>
          <a:lstStyle>
            <a:lvl1pPr algn="l">
              <a:defRPr>
                <a:solidFill>
                  <a:schemeClr val="accent3">
                    <a:lumMod val="60000"/>
                    <a:lumOff val="40000"/>
                  </a:schemeClr>
                </a:solidFill>
              </a:defRPr>
            </a:lvl1pPr>
          </a:lstStyle>
          <a:p>
            <a:r>
              <a:rPr lang="en-US" dirty="0"/>
              <a:t>Pitch deck</a:t>
            </a:r>
          </a:p>
        </p:txBody>
      </p:sp>
      <p:sp>
        <p:nvSpPr>
          <p:cNvPr id="30" name="Slide Number Placeholder 5">
            <a:extLst>
              <a:ext uri="{FF2B5EF4-FFF2-40B4-BE49-F238E27FC236}">
                <a16:creationId xmlns:a16="http://schemas.microsoft.com/office/drawing/2014/main" id="{CD8FBCDE-F8D9-49DC-B34B-2D3463C50930}"/>
              </a:ext>
            </a:extLst>
          </p:cNvPr>
          <p:cNvSpPr>
            <a:spLocks noGrp="1"/>
          </p:cNvSpPr>
          <p:nvPr>
            <p:ph type="sldNum" sz="quarter" idx="12"/>
          </p:nvPr>
        </p:nvSpPr>
        <p:spPr>
          <a:xfrm>
            <a:off x="10036628" y="6356350"/>
            <a:ext cx="1317171" cy="365125"/>
          </a:xfrm>
        </p:spPr>
        <p:txBody>
          <a:bodyPr/>
          <a:lstStyle>
            <a:lvl1pPr>
              <a:defRPr>
                <a:solidFill>
                  <a:schemeClr val="accent3">
                    <a:lumMod val="60000"/>
                    <a:lumOff val="40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042456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accent2"/>
        </a:solidFill>
        <a:effectLst/>
      </p:bgPr>
    </p:bg>
    <p:spTree>
      <p:nvGrpSpPr>
        <p:cNvPr id="1" name=""/>
        <p:cNvGrpSpPr/>
        <p:nvPr/>
      </p:nvGrpSpPr>
      <p:grpSpPr>
        <a:xfrm>
          <a:off x="0" y="0"/>
          <a:ext cx="0" cy="0"/>
          <a:chOff x="0" y="0"/>
          <a:chExt cx="0" cy="0"/>
        </a:xfrm>
      </p:grpSpPr>
      <p:pic>
        <p:nvPicPr>
          <p:cNvPr id="12" name="Picture 11" descr="A picture containing outdoor, sky, nature, dune&#10;&#10;Description automatically generated">
            <a:extLst>
              <a:ext uri="{FF2B5EF4-FFF2-40B4-BE49-F238E27FC236}">
                <a16:creationId xmlns:a16="http://schemas.microsoft.com/office/drawing/2014/main" id="{9996762E-98CA-45F3-8778-C77264B5047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b="-301"/>
          <a:stretch/>
        </p:blipFill>
        <p:spPr>
          <a:xfrm>
            <a:off x="0" y="0"/>
            <a:ext cx="4446270" cy="6879772"/>
          </a:xfrm>
          <a:prstGeom prst="rect">
            <a:avLst/>
          </a:prstGeom>
        </p:spPr>
      </p:pic>
      <p:cxnSp>
        <p:nvCxnSpPr>
          <p:cNvPr id="14" name="Straight Connector 13">
            <a:extLst>
              <a:ext uri="{FF2B5EF4-FFF2-40B4-BE49-F238E27FC236}">
                <a16:creationId xmlns:a16="http://schemas.microsoft.com/office/drawing/2014/main" id="{E6BAFCD4-E08A-4CBF-B3C6-F99D6523EB03}"/>
              </a:ext>
            </a:extLst>
          </p:cNvPr>
          <p:cNvCxnSpPr>
            <a:cxnSpLocks/>
          </p:cNvCxnSpPr>
          <p:nvPr userDrawn="1"/>
        </p:nvCxnSpPr>
        <p:spPr>
          <a:xfrm flipH="1">
            <a:off x="3752850" y="4047144"/>
            <a:ext cx="8439152"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 name="Text Placeholder 4">
            <a:extLst>
              <a:ext uri="{FF2B5EF4-FFF2-40B4-BE49-F238E27FC236}">
                <a16:creationId xmlns:a16="http://schemas.microsoft.com/office/drawing/2014/main" id="{7DB9F2E2-2FA7-41DA-91AC-B4A535BFF534}"/>
              </a:ext>
            </a:extLst>
          </p:cNvPr>
          <p:cNvSpPr>
            <a:spLocks noGrp="1" noChangeAspect="1"/>
          </p:cNvSpPr>
          <p:nvPr>
            <p:ph type="body" sz="quarter" idx="14"/>
          </p:nvPr>
        </p:nvSpPr>
        <p:spPr>
          <a:xfrm>
            <a:off x="2542032" y="1033272"/>
            <a:ext cx="4690872" cy="4690872"/>
          </a:xfrm>
          <a:noFill/>
        </p:spPr>
        <p:txBody>
          <a:bodyPr spcFirstLastPara="1" wrap="square" lIns="91440" tIns="45720" rIns="91440" bIns="45720" numCol="1">
            <a:prstTxWarp prst="textCircle">
              <a:avLst/>
            </a:prstTxWarp>
            <a:spAutoFit/>
          </a:bodyPr>
          <a:lstStyle>
            <a:lvl1pPr>
              <a:defRPr lang="en-US" sz="3200" b="0" cap="all" spc="0" baseline="0" dirty="0">
                <a:ln w="0"/>
                <a:solidFill>
                  <a:schemeClr val="accent1">
                    <a:lumMod val="75000"/>
                    <a:alpha val="70000"/>
                  </a:schemeClr>
                </a:solidFill>
              </a:defRPr>
            </a:lvl1pPr>
          </a:lstStyle>
          <a:p>
            <a:pPr marL="0" lvl="0" algn="ctr"/>
            <a:r>
              <a:rPr lang="en-US"/>
              <a:t>Click to edit Master text styles</a:t>
            </a:r>
          </a:p>
        </p:txBody>
      </p:sp>
      <p:sp>
        <p:nvSpPr>
          <p:cNvPr id="2" name="Title 1">
            <a:extLst>
              <a:ext uri="{FF2B5EF4-FFF2-40B4-BE49-F238E27FC236}">
                <a16:creationId xmlns:a16="http://schemas.microsoft.com/office/drawing/2014/main" id="{6C25C416-A3A2-4CF9-9532-2C0BFB51CFDF}"/>
              </a:ext>
            </a:extLst>
          </p:cNvPr>
          <p:cNvSpPr>
            <a:spLocks noGrp="1"/>
          </p:cNvSpPr>
          <p:nvPr>
            <p:ph type="ctrTitle"/>
          </p:nvPr>
        </p:nvSpPr>
        <p:spPr>
          <a:xfrm>
            <a:off x="3628558" y="2171699"/>
            <a:ext cx="7581900" cy="1681163"/>
          </a:xfrm>
        </p:spPr>
        <p:txBody>
          <a:bodyPr anchor="b">
            <a:noAutofit/>
          </a:bodyPr>
          <a:lstStyle>
            <a:lvl1pPr algn="l">
              <a:defRPr sz="6600">
                <a:solidFill>
                  <a:schemeClr val="accent1"/>
                </a:solidFill>
              </a:defRPr>
            </a:lvl1pPr>
          </a:lstStyle>
          <a:p>
            <a:r>
              <a:rPr lang="en-US"/>
              <a:t>Click to edit Master title style</a:t>
            </a:r>
            <a:endParaRPr lang="en-US" dirty="0"/>
          </a:p>
        </p:txBody>
      </p:sp>
    </p:spTree>
    <p:extLst>
      <p:ext uri="{BB962C8B-B14F-4D97-AF65-F5344CB8AC3E}">
        <p14:creationId xmlns:p14="http://schemas.microsoft.com/office/powerpoint/2010/main" val="480888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 Column">
    <p:bg>
      <p:bgPr>
        <a:solidFill>
          <a:schemeClr val="accent1"/>
        </a:solidFill>
        <a:effectLst/>
      </p:bgPr>
    </p:bg>
    <p:spTree>
      <p:nvGrpSpPr>
        <p:cNvPr id="1" name=""/>
        <p:cNvGrpSpPr/>
        <p:nvPr/>
      </p:nvGrpSpPr>
      <p:grpSpPr>
        <a:xfrm>
          <a:off x="0" y="0"/>
          <a:ext cx="0" cy="0"/>
          <a:chOff x="0" y="0"/>
          <a:chExt cx="0" cy="0"/>
        </a:xfrm>
      </p:grpSpPr>
      <p:pic>
        <p:nvPicPr>
          <p:cNvPr id="4" name="Picture 3" descr="A group of people riding horses&#10;&#10;Description automatically generated with medium confidence">
            <a:extLst>
              <a:ext uri="{FF2B5EF4-FFF2-40B4-BE49-F238E27FC236}">
                <a16:creationId xmlns:a16="http://schemas.microsoft.com/office/drawing/2014/main" id="{E72A4962-4D36-46EC-8ABF-17FD9918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52230D65-DB5A-4BE3-9C4F-2537D5FDECB5}"/>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accent3"/>
                </a:solidFill>
              </a:defRPr>
            </a:lvl1pPr>
          </a:lstStyle>
          <a:p>
            <a:r>
              <a:rPr lang="en-US"/>
              <a:t>Click to edit Master title style</a:t>
            </a:r>
            <a:endParaRPr lang="en-ZA"/>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2356050"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2356050" y="4644390"/>
            <a:ext cx="1980000" cy="1116118"/>
          </a:xfrm>
        </p:spPr>
        <p:txBody>
          <a:bodyPr>
            <a:normAutofit/>
          </a:bodyPr>
          <a:lstStyle>
            <a:lvl1pPr marL="0" indent="0" algn="ctr">
              <a:lnSpc>
                <a:spcPts val="1700"/>
              </a:lnSpc>
              <a:buNone/>
              <a:defRPr sz="1200">
                <a:solidFill>
                  <a:schemeClr val="accent3"/>
                </a:solidFill>
              </a:defRPr>
            </a:lvl1pPr>
          </a:lstStyle>
          <a:p>
            <a:pPr lvl="0"/>
            <a:r>
              <a:rPr lang="en-US" dirty="0"/>
              <a:t>Bullet Description</a:t>
            </a:r>
            <a:endParaRPr lang="en-ZA" dirty="0"/>
          </a:p>
        </p:txBody>
      </p:sp>
      <p:sp>
        <p:nvSpPr>
          <p:cNvPr id="11" name="Text Placeholder 8">
            <a:extLst>
              <a:ext uri="{FF2B5EF4-FFF2-40B4-BE49-F238E27FC236}">
                <a16:creationId xmlns:a16="http://schemas.microsoft.com/office/drawing/2014/main" id="{97E7DC10-1618-471B-9441-C640C7FEDD37}"/>
              </a:ext>
            </a:extLst>
          </p:cNvPr>
          <p:cNvSpPr>
            <a:spLocks noGrp="1"/>
          </p:cNvSpPr>
          <p:nvPr>
            <p:ph type="body" sz="quarter" idx="35" hasCustomPrompt="1"/>
          </p:nvPr>
        </p:nvSpPr>
        <p:spPr>
          <a:xfrm>
            <a:off x="5106000"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2</a:t>
            </a:r>
            <a:endParaRPr lang="en-ZA"/>
          </a:p>
        </p:txBody>
      </p:sp>
      <p:sp>
        <p:nvSpPr>
          <p:cNvPr id="12" name="Text Placeholder 10">
            <a:extLst>
              <a:ext uri="{FF2B5EF4-FFF2-40B4-BE49-F238E27FC236}">
                <a16:creationId xmlns:a16="http://schemas.microsoft.com/office/drawing/2014/main" id="{20AEB661-858B-44C9-9484-E540E04AD365}"/>
              </a:ext>
            </a:extLst>
          </p:cNvPr>
          <p:cNvSpPr>
            <a:spLocks noGrp="1"/>
          </p:cNvSpPr>
          <p:nvPr>
            <p:ph type="body" sz="quarter" idx="36" hasCustomPrompt="1"/>
          </p:nvPr>
        </p:nvSpPr>
        <p:spPr>
          <a:xfrm>
            <a:off x="5106000" y="4644390"/>
            <a:ext cx="1980000"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3" name="Text Placeholder 8">
            <a:extLst>
              <a:ext uri="{FF2B5EF4-FFF2-40B4-BE49-F238E27FC236}">
                <a16:creationId xmlns:a16="http://schemas.microsoft.com/office/drawing/2014/main" id="{FDB26B40-5901-4EF0-BCF0-55677E28B176}"/>
              </a:ext>
            </a:extLst>
          </p:cNvPr>
          <p:cNvSpPr>
            <a:spLocks noGrp="1"/>
          </p:cNvSpPr>
          <p:nvPr>
            <p:ph type="body" sz="quarter" idx="37" hasCustomPrompt="1"/>
          </p:nvPr>
        </p:nvSpPr>
        <p:spPr>
          <a:xfrm>
            <a:off x="7855950" y="3971432"/>
            <a:ext cx="1980000" cy="360000"/>
          </a:xfrm>
        </p:spPr>
        <p:txBody>
          <a:bodyPr/>
          <a:lstStyle>
            <a:lvl1pPr marL="0" indent="0" algn="ctr">
              <a:buFont typeface="Arial" panose="020B0604020202020204" pitchFamily="34" charset="0"/>
              <a:buNone/>
              <a:defRPr sz="1800">
                <a:solidFill>
                  <a:schemeClr val="accent3"/>
                </a:solidFill>
                <a:latin typeface="+mj-lt"/>
              </a:defRPr>
            </a:lvl1pPr>
          </a:lstStyle>
          <a:p>
            <a:pPr lvl="0"/>
            <a:r>
              <a:rPr lang="en-US"/>
              <a:t>Bullet 3</a:t>
            </a:r>
            <a:endParaRPr lang="en-ZA"/>
          </a:p>
        </p:txBody>
      </p:sp>
      <p:sp>
        <p:nvSpPr>
          <p:cNvPr id="14" name="Text Placeholder 10">
            <a:extLst>
              <a:ext uri="{FF2B5EF4-FFF2-40B4-BE49-F238E27FC236}">
                <a16:creationId xmlns:a16="http://schemas.microsoft.com/office/drawing/2014/main" id="{CCEAE0AB-74EC-4097-A534-A578F1097938}"/>
              </a:ext>
            </a:extLst>
          </p:cNvPr>
          <p:cNvSpPr>
            <a:spLocks noGrp="1"/>
          </p:cNvSpPr>
          <p:nvPr>
            <p:ph type="body" sz="quarter" idx="38" hasCustomPrompt="1"/>
          </p:nvPr>
        </p:nvSpPr>
        <p:spPr>
          <a:xfrm>
            <a:off x="7855950" y="4644390"/>
            <a:ext cx="1980000"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16" name="Content Placeholder 15">
            <a:extLst>
              <a:ext uri="{FF2B5EF4-FFF2-40B4-BE49-F238E27FC236}">
                <a16:creationId xmlns:a16="http://schemas.microsoft.com/office/drawing/2014/main" id="{FF934EF9-BF0B-4A73-8F03-1BA80EE0608B}"/>
              </a:ext>
            </a:extLst>
          </p:cNvPr>
          <p:cNvSpPr>
            <a:spLocks noGrp="1"/>
          </p:cNvSpPr>
          <p:nvPr>
            <p:ph sz="quarter" idx="46"/>
          </p:nvPr>
        </p:nvSpPr>
        <p:spPr>
          <a:xfrm>
            <a:off x="2602150"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3" name="Content Placeholder 15">
            <a:extLst>
              <a:ext uri="{FF2B5EF4-FFF2-40B4-BE49-F238E27FC236}">
                <a16:creationId xmlns:a16="http://schemas.microsoft.com/office/drawing/2014/main" id="{B86A7EE6-1FE6-48B5-8747-AB276F95128F}"/>
              </a:ext>
            </a:extLst>
          </p:cNvPr>
          <p:cNvSpPr>
            <a:spLocks noGrp="1"/>
          </p:cNvSpPr>
          <p:nvPr>
            <p:ph sz="quarter" idx="49"/>
          </p:nvPr>
        </p:nvSpPr>
        <p:spPr>
          <a:xfrm>
            <a:off x="5352100" y="2209231"/>
            <a:ext cx="1487800" cy="1487801"/>
          </a:xfrm>
        </p:spPr>
        <p:txBody>
          <a:bodyPr/>
          <a:lstStyle>
            <a:lvl1pPr marL="0" indent="0">
              <a:buNone/>
              <a:defRPr>
                <a:solidFill>
                  <a:schemeClr val="accent3"/>
                </a:solidFill>
              </a:defRPr>
            </a:lvl1pPr>
          </a:lstStyle>
          <a:p>
            <a:pPr lvl="0"/>
            <a:r>
              <a:rPr lang="en-US"/>
              <a:t>Click to edit Master text styles</a:t>
            </a:r>
          </a:p>
        </p:txBody>
      </p:sp>
      <p:sp>
        <p:nvSpPr>
          <p:cNvPr id="24" name="Content Placeholder 15">
            <a:extLst>
              <a:ext uri="{FF2B5EF4-FFF2-40B4-BE49-F238E27FC236}">
                <a16:creationId xmlns:a16="http://schemas.microsoft.com/office/drawing/2014/main" id="{5C937C49-EB73-4979-B8CF-CACF0EA242DA}"/>
              </a:ext>
            </a:extLst>
          </p:cNvPr>
          <p:cNvSpPr>
            <a:spLocks noGrp="1"/>
          </p:cNvSpPr>
          <p:nvPr>
            <p:ph sz="quarter" idx="50"/>
          </p:nvPr>
        </p:nvSpPr>
        <p:spPr>
          <a:xfrm>
            <a:off x="8102050" y="2209231"/>
            <a:ext cx="1487800" cy="1487801"/>
          </a:xfrm>
        </p:spPr>
        <p:txBody>
          <a:bodyPr/>
          <a:lstStyle>
            <a:lvl1pPr marL="0" indent="0">
              <a:buNone/>
              <a:defRPr>
                <a:solidFill>
                  <a:schemeClr val="accent3"/>
                </a:solidFill>
              </a:defRPr>
            </a:lvl1pPr>
          </a:lstStyle>
          <a:p>
            <a:pPr lvl="0"/>
            <a:r>
              <a:rPr lang="en-US"/>
              <a:t>Click to edit Master text styles</a:t>
            </a:r>
          </a:p>
        </p:txBody>
      </p:sp>
      <p:cxnSp>
        <p:nvCxnSpPr>
          <p:cNvPr id="26" name="Straight Connector 25">
            <a:extLst>
              <a:ext uri="{FF2B5EF4-FFF2-40B4-BE49-F238E27FC236}">
                <a16:creationId xmlns:a16="http://schemas.microsoft.com/office/drawing/2014/main" id="{C2FC193C-7F61-40CA-B97F-DE9D338DC965}"/>
              </a:ext>
            </a:extLst>
          </p:cNvPr>
          <p:cNvCxnSpPr>
            <a:cxnSpLocks/>
          </p:cNvCxnSpPr>
          <p:nvPr userDrawn="1"/>
        </p:nvCxnSpPr>
        <p:spPr>
          <a:xfrm>
            <a:off x="2888850"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86C94F-FF53-46BA-B125-57E5D572D064}"/>
              </a:ext>
            </a:extLst>
          </p:cNvPr>
          <p:cNvCxnSpPr>
            <a:cxnSpLocks/>
          </p:cNvCxnSpPr>
          <p:nvPr userDrawn="1"/>
        </p:nvCxnSpPr>
        <p:spPr>
          <a:xfrm>
            <a:off x="5638800"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BFC882BF-032B-4B67-AF3E-CF79FBCC4FD4}"/>
              </a:ext>
            </a:extLst>
          </p:cNvPr>
          <p:cNvCxnSpPr>
            <a:cxnSpLocks/>
          </p:cNvCxnSpPr>
          <p:nvPr userDrawn="1"/>
        </p:nvCxnSpPr>
        <p:spPr>
          <a:xfrm>
            <a:off x="8358922" y="3712844"/>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7" name="Footer Placeholder 5">
            <a:extLst>
              <a:ext uri="{FF2B5EF4-FFF2-40B4-BE49-F238E27FC236}">
                <a16:creationId xmlns:a16="http://schemas.microsoft.com/office/drawing/2014/main" id="{148E808A-AB67-4B52-B35C-7487342F4ADD}"/>
              </a:ext>
            </a:extLst>
          </p:cNvPr>
          <p:cNvSpPr>
            <a:spLocks noGrp="1"/>
          </p:cNvSpPr>
          <p:nvPr>
            <p:ph type="ftr" sz="quarter" idx="10"/>
          </p:nvPr>
        </p:nvSpPr>
        <p:spPr>
          <a:xfrm>
            <a:off x="4038600" y="6497865"/>
            <a:ext cx="4114800" cy="365125"/>
          </a:xfrm>
        </p:spPr>
        <p:txBody>
          <a:bodyPr/>
          <a:lstStyle>
            <a:lvl1pPr>
              <a:defRPr>
                <a:solidFill>
                  <a:schemeClr val="accent1"/>
                </a:solidFill>
              </a:defRPr>
            </a:lvl1pPr>
          </a:lstStyle>
          <a:p>
            <a:r>
              <a:rPr lang="en-ZA" dirty="0"/>
              <a:t>Pitch deck</a:t>
            </a:r>
          </a:p>
        </p:txBody>
      </p:sp>
      <p:sp>
        <p:nvSpPr>
          <p:cNvPr id="29" name="Slide Number Placeholder 6">
            <a:extLst>
              <a:ext uri="{FF2B5EF4-FFF2-40B4-BE49-F238E27FC236}">
                <a16:creationId xmlns:a16="http://schemas.microsoft.com/office/drawing/2014/main" id="{88B2564D-D1B9-47FE-9DC9-1BB5316148CE}"/>
              </a:ext>
            </a:extLst>
          </p:cNvPr>
          <p:cNvSpPr>
            <a:spLocks noGrp="1"/>
          </p:cNvSpPr>
          <p:nvPr>
            <p:ph type="sldNum" sz="quarter" idx="11"/>
          </p:nvPr>
        </p:nvSpPr>
        <p:spPr>
          <a:xfrm>
            <a:off x="8610600" y="6497865"/>
            <a:ext cx="2743200" cy="365125"/>
          </a:xfrm>
        </p:spPr>
        <p:txBody>
          <a:bodyPr/>
          <a:lstStyle>
            <a:lvl1pPr>
              <a:defRPr>
                <a:solidFill>
                  <a:schemeClr val="accent1"/>
                </a:solidFill>
              </a:defRPr>
            </a:lvl1pPr>
          </a:lstStyle>
          <a:p>
            <a:fld id="{19B51A1E-902D-48AF-9020-955120F399B6}" type="slidenum">
              <a:rPr lang="en-ZA" smtClean="0"/>
              <a:pPr/>
              <a:t>‹#›</a:t>
            </a:fld>
            <a:endParaRPr lang="en-ZA" dirty="0"/>
          </a:p>
        </p:txBody>
      </p:sp>
      <p:sp>
        <p:nvSpPr>
          <p:cNvPr id="31" name="Date Placeholder 3">
            <a:extLst>
              <a:ext uri="{FF2B5EF4-FFF2-40B4-BE49-F238E27FC236}">
                <a16:creationId xmlns:a16="http://schemas.microsoft.com/office/drawing/2014/main" id="{E250C28C-FA72-4324-9DA9-3AE75077DBD1}"/>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r>
              <a:rPr lang="en-US"/>
              <a:t>6/22/20XX</a:t>
            </a:r>
            <a:endParaRPr lang="en-US" dirty="0"/>
          </a:p>
        </p:txBody>
      </p:sp>
    </p:spTree>
    <p:extLst>
      <p:ext uri="{BB962C8B-B14F-4D97-AF65-F5344CB8AC3E}">
        <p14:creationId xmlns:p14="http://schemas.microsoft.com/office/powerpoint/2010/main" val="15580229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points with 2 pictures">
    <p:bg>
      <p:bgPr>
        <a:solidFill>
          <a:schemeClr val="accent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560C5C7D-BBDC-415E-88A8-4BB8367C613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439025" y="0"/>
            <a:ext cx="4752975" cy="6858000"/>
          </a:xfrm>
          <a:prstGeom prst="rect">
            <a:avLst/>
          </a:prstGeom>
        </p:spPr>
      </p:pic>
      <p:sp>
        <p:nvSpPr>
          <p:cNvPr id="2" name="Title 1">
            <a:extLst>
              <a:ext uri="{FF2B5EF4-FFF2-40B4-BE49-F238E27FC236}">
                <a16:creationId xmlns:a16="http://schemas.microsoft.com/office/drawing/2014/main" id="{9DE3D039-0A18-4031-8A63-D83666B066F6}"/>
              </a:ext>
            </a:extLst>
          </p:cNvPr>
          <p:cNvSpPr>
            <a:spLocks noGrp="1"/>
          </p:cNvSpPr>
          <p:nvPr>
            <p:ph type="title"/>
          </p:nvPr>
        </p:nvSpPr>
        <p:spPr>
          <a:xfrm>
            <a:off x="838200" y="473869"/>
            <a:ext cx="4603750" cy="1226572"/>
          </a:xfrm>
        </p:spPr>
        <p:txBody>
          <a:bodyPr anchor="b">
            <a:normAutofit/>
          </a:bodyPr>
          <a:lstStyle>
            <a:lvl1pPr>
              <a:defRPr sz="4400">
                <a:solidFill>
                  <a:schemeClr val="accent3"/>
                </a:solidFill>
              </a:defRPr>
            </a:lvl1pPr>
          </a:lstStyle>
          <a:p>
            <a:r>
              <a:rPr lang="en-US"/>
              <a:t>Click to edit Master title style</a:t>
            </a:r>
          </a:p>
        </p:txBody>
      </p:sp>
      <p:sp>
        <p:nvSpPr>
          <p:cNvPr id="3" name="Text Placeholder 2">
            <a:extLst>
              <a:ext uri="{FF2B5EF4-FFF2-40B4-BE49-F238E27FC236}">
                <a16:creationId xmlns:a16="http://schemas.microsoft.com/office/drawing/2014/main" id="{77438815-B9AF-4BA5-B8D6-3311C4949FAD}"/>
              </a:ext>
            </a:extLst>
          </p:cNvPr>
          <p:cNvSpPr>
            <a:spLocks noGrp="1"/>
          </p:cNvSpPr>
          <p:nvPr>
            <p:ph type="body" idx="1"/>
          </p:nvPr>
        </p:nvSpPr>
        <p:spPr>
          <a:xfrm>
            <a:off x="3771900" y="2260384"/>
            <a:ext cx="2838444" cy="122657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8EB05F6-A3ED-45AB-B103-D5E34BFD605F}"/>
              </a:ext>
            </a:extLst>
          </p:cNvPr>
          <p:cNvSpPr>
            <a:spLocks noGrp="1"/>
          </p:cNvSpPr>
          <p:nvPr>
            <p:ph type="dt" sz="half" idx="10"/>
          </p:nvPr>
        </p:nvSpPr>
        <p:spPr/>
        <p:txBody>
          <a:bodyPr/>
          <a:lstStyle>
            <a:lvl1pPr>
              <a:defRPr>
                <a:solidFill>
                  <a:schemeClr val="accent3">
                    <a:lumMod val="60000"/>
                    <a:lumOff val="40000"/>
                  </a:schemeClr>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2F029C1C-740D-4213-96FE-1FAA3072FF83}"/>
              </a:ext>
            </a:extLst>
          </p:cNvPr>
          <p:cNvSpPr>
            <a:spLocks noGrp="1"/>
          </p:cNvSpPr>
          <p:nvPr>
            <p:ph type="ftr" sz="quarter" idx="11"/>
          </p:nvPr>
        </p:nvSpPr>
        <p:spPr/>
        <p:txBody>
          <a:bodyPr/>
          <a:lstStyle>
            <a:lvl1pPr>
              <a:defRPr>
                <a:solidFill>
                  <a:schemeClr val="accent3">
                    <a:lumMod val="60000"/>
                    <a:lumOff val="40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54E8801-7449-48B4-8D64-BCE20D0831C9}"/>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12" name="Picture Placeholder 11">
            <a:extLst>
              <a:ext uri="{FF2B5EF4-FFF2-40B4-BE49-F238E27FC236}">
                <a16:creationId xmlns:a16="http://schemas.microsoft.com/office/drawing/2014/main" id="{8C140FD9-A97C-40A2-A8B8-84D503A3C4BD}"/>
              </a:ext>
            </a:extLst>
          </p:cNvPr>
          <p:cNvSpPr>
            <a:spLocks noGrp="1"/>
          </p:cNvSpPr>
          <p:nvPr>
            <p:ph type="pic" sz="quarter" idx="13"/>
          </p:nvPr>
        </p:nvSpPr>
        <p:spPr>
          <a:xfrm>
            <a:off x="7923213" y="525463"/>
            <a:ext cx="3784599" cy="2629175"/>
          </a:xfrm>
        </p:spPr>
        <p:txBody>
          <a:bodyPr/>
          <a:lstStyle/>
          <a:p>
            <a:r>
              <a:rPr lang="en-US"/>
              <a:t>Click icon to add picture</a:t>
            </a:r>
            <a:endParaRPr lang="en-US" dirty="0"/>
          </a:p>
        </p:txBody>
      </p:sp>
      <p:cxnSp>
        <p:nvCxnSpPr>
          <p:cNvPr id="14" name="Straight Connector 13">
            <a:extLst>
              <a:ext uri="{FF2B5EF4-FFF2-40B4-BE49-F238E27FC236}">
                <a16:creationId xmlns:a16="http://schemas.microsoft.com/office/drawing/2014/main" id="{7A83CD18-0EF9-4AC6-87C8-0A5C8F9F2CA9}"/>
              </a:ext>
            </a:extLst>
          </p:cNvPr>
          <p:cNvCxnSpPr>
            <a:cxnSpLocks/>
          </p:cNvCxnSpPr>
          <p:nvPr userDrawn="1"/>
        </p:nvCxnSpPr>
        <p:spPr>
          <a:xfrm>
            <a:off x="947991" y="3459082"/>
            <a:ext cx="56692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6" name="Text Placeholder 2">
            <a:extLst>
              <a:ext uri="{FF2B5EF4-FFF2-40B4-BE49-F238E27FC236}">
                <a16:creationId xmlns:a16="http://schemas.microsoft.com/office/drawing/2014/main" id="{EB506012-914F-463E-9582-CE719EAD470E}"/>
              </a:ext>
            </a:extLst>
          </p:cNvPr>
          <p:cNvSpPr>
            <a:spLocks noGrp="1"/>
          </p:cNvSpPr>
          <p:nvPr>
            <p:ph type="body" idx="15"/>
          </p:nvPr>
        </p:nvSpPr>
        <p:spPr>
          <a:xfrm>
            <a:off x="857251" y="2260384"/>
            <a:ext cx="2381245" cy="524308"/>
          </a:xfrm>
        </p:spPr>
        <p:txBody>
          <a:bodyPr>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0" name="Text Placeholder 2">
            <a:extLst>
              <a:ext uri="{FF2B5EF4-FFF2-40B4-BE49-F238E27FC236}">
                <a16:creationId xmlns:a16="http://schemas.microsoft.com/office/drawing/2014/main" id="{3B07FC46-2A60-4E96-A309-C03E813082E8}"/>
              </a:ext>
            </a:extLst>
          </p:cNvPr>
          <p:cNvSpPr>
            <a:spLocks noGrp="1"/>
          </p:cNvSpPr>
          <p:nvPr>
            <p:ph type="body" idx="16"/>
          </p:nvPr>
        </p:nvSpPr>
        <p:spPr>
          <a:xfrm>
            <a:off x="3771900" y="3652757"/>
            <a:ext cx="2838444" cy="122657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1" name="Text Placeholder 2">
            <a:extLst>
              <a:ext uri="{FF2B5EF4-FFF2-40B4-BE49-F238E27FC236}">
                <a16:creationId xmlns:a16="http://schemas.microsoft.com/office/drawing/2014/main" id="{70CB8BDA-C60A-4110-9D29-E59BA67AAD0C}"/>
              </a:ext>
            </a:extLst>
          </p:cNvPr>
          <p:cNvSpPr>
            <a:spLocks noGrp="1"/>
          </p:cNvSpPr>
          <p:nvPr>
            <p:ph type="body" idx="17"/>
          </p:nvPr>
        </p:nvSpPr>
        <p:spPr>
          <a:xfrm>
            <a:off x="857251" y="3652757"/>
            <a:ext cx="2381245" cy="524308"/>
          </a:xfrm>
        </p:spPr>
        <p:txBody>
          <a:bodyPr>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2" name="Text Placeholder 2">
            <a:extLst>
              <a:ext uri="{FF2B5EF4-FFF2-40B4-BE49-F238E27FC236}">
                <a16:creationId xmlns:a16="http://schemas.microsoft.com/office/drawing/2014/main" id="{7DB6CAB0-C8FA-4599-AB8C-A2AEED800C6B}"/>
              </a:ext>
            </a:extLst>
          </p:cNvPr>
          <p:cNvSpPr>
            <a:spLocks noGrp="1"/>
          </p:cNvSpPr>
          <p:nvPr>
            <p:ph type="body" idx="18"/>
          </p:nvPr>
        </p:nvSpPr>
        <p:spPr>
          <a:xfrm>
            <a:off x="3771900" y="5054655"/>
            <a:ext cx="2838444" cy="1226572"/>
          </a:xfrm>
        </p:spPr>
        <p:txBody>
          <a:bodyPr>
            <a:normAutofit/>
          </a:bodyPr>
          <a:lstStyle>
            <a:lvl1pPr marL="0" indent="0">
              <a:lnSpc>
                <a:spcPts val="1700"/>
              </a:lnSpc>
              <a:buNone/>
              <a:defRPr sz="1200">
                <a:solidFill>
                  <a:schemeClr val="accent3"/>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3" name="Text Placeholder 2">
            <a:extLst>
              <a:ext uri="{FF2B5EF4-FFF2-40B4-BE49-F238E27FC236}">
                <a16:creationId xmlns:a16="http://schemas.microsoft.com/office/drawing/2014/main" id="{7659D317-0B72-4047-84EB-EF154C96B979}"/>
              </a:ext>
            </a:extLst>
          </p:cNvPr>
          <p:cNvSpPr>
            <a:spLocks noGrp="1"/>
          </p:cNvSpPr>
          <p:nvPr>
            <p:ph type="body" idx="19"/>
          </p:nvPr>
        </p:nvSpPr>
        <p:spPr>
          <a:xfrm>
            <a:off x="857251" y="5054655"/>
            <a:ext cx="2381245" cy="524308"/>
          </a:xfrm>
        </p:spPr>
        <p:txBody>
          <a:bodyPr>
            <a:noAutofit/>
          </a:bodyPr>
          <a:lstStyle>
            <a:lvl1pPr marL="0" indent="0">
              <a:buNone/>
              <a:defRPr sz="2800">
                <a:solidFill>
                  <a:schemeClr val="accent3"/>
                </a:solidFill>
                <a:latin typeface="+mj-lt"/>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26" name="Picture Placeholder 11">
            <a:extLst>
              <a:ext uri="{FF2B5EF4-FFF2-40B4-BE49-F238E27FC236}">
                <a16:creationId xmlns:a16="http://schemas.microsoft.com/office/drawing/2014/main" id="{974B9287-7FD2-4AE5-BA59-7B3E9C8B5FCC}"/>
              </a:ext>
            </a:extLst>
          </p:cNvPr>
          <p:cNvSpPr>
            <a:spLocks noGrp="1"/>
          </p:cNvSpPr>
          <p:nvPr>
            <p:ph type="pic" sz="quarter" idx="20"/>
          </p:nvPr>
        </p:nvSpPr>
        <p:spPr>
          <a:xfrm>
            <a:off x="7923213" y="3632600"/>
            <a:ext cx="3784599" cy="2629175"/>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7620A735-5706-4C08-8345-E542A71DCF4C}"/>
              </a:ext>
            </a:extLst>
          </p:cNvPr>
          <p:cNvCxnSpPr>
            <a:cxnSpLocks/>
          </p:cNvCxnSpPr>
          <p:nvPr userDrawn="1"/>
        </p:nvCxnSpPr>
        <p:spPr>
          <a:xfrm>
            <a:off x="947991" y="4873016"/>
            <a:ext cx="566928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3029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 bullets">
    <p:bg>
      <p:bgPr>
        <a:solidFill>
          <a:schemeClr val="accent1"/>
        </a:solidFill>
        <a:effectLst/>
      </p:bgPr>
    </p:bg>
    <p:spTree>
      <p:nvGrpSpPr>
        <p:cNvPr id="1" name=""/>
        <p:cNvGrpSpPr/>
        <p:nvPr/>
      </p:nvGrpSpPr>
      <p:grpSpPr>
        <a:xfrm>
          <a:off x="0" y="0"/>
          <a:ext cx="0" cy="0"/>
          <a:chOff x="0" y="0"/>
          <a:chExt cx="0" cy="0"/>
        </a:xfrm>
      </p:grpSpPr>
      <p:pic>
        <p:nvPicPr>
          <p:cNvPr id="4" name="Picture 3" descr="A group of people riding horses&#10;&#10;Description automatically generated with medium confidence">
            <a:extLst>
              <a:ext uri="{FF2B5EF4-FFF2-40B4-BE49-F238E27FC236}">
                <a16:creationId xmlns:a16="http://schemas.microsoft.com/office/drawing/2014/main" id="{E72A4962-4D36-46EC-8ABF-17FD991808C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5" name="Rectangle 4">
            <a:extLst>
              <a:ext uri="{FF2B5EF4-FFF2-40B4-BE49-F238E27FC236}">
                <a16:creationId xmlns:a16="http://schemas.microsoft.com/office/drawing/2014/main" id="{52230D65-DB5A-4BE3-9C4F-2537D5FDECB5}"/>
              </a:ext>
            </a:extLst>
          </p:cNvPr>
          <p:cNvSpPr/>
          <p:nvPr userDrawn="1"/>
        </p:nvSpPr>
        <p:spPr>
          <a:xfrm>
            <a:off x="1099958"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lgn="ctr">
              <a:defRPr>
                <a:solidFill>
                  <a:schemeClr val="accent3"/>
                </a:solidFill>
              </a:defRPr>
            </a:lvl1pPr>
          </a:lstStyle>
          <a:p>
            <a:r>
              <a:rPr lang="en-US"/>
              <a:t>Click to edit Master title style</a:t>
            </a:r>
            <a:endParaRPr lang="en-ZA"/>
          </a:p>
        </p:txBody>
      </p:sp>
      <p:sp>
        <p:nvSpPr>
          <p:cNvPr id="9" name="Text Placeholder 8">
            <a:extLst>
              <a:ext uri="{FF2B5EF4-FFF2-40B4-BE49-F238E27FC236}">
                <a16:creationId xmlns:a16="http://schemas.microsoft.com/office/drawing/2014/main" id="{07F18567-9326-411F-BA8D-561D58C7DD91}"/>
              </a:ext>
            </a:extLst>
          </p:cNvPr>
          <p:cNvSpPr>
            <a:spLocks noGrp="1"/>
          </p:cNvSpPr>
          <p:nvPr>
            <p:ph type="body" sz="quarter" idx="33" hasCustomPrompt="1"/>
          </p:nvPr>
        </p:nvSpPr>
        <p:spPr>
          <a:xfrm>
            <a:off x="1547229" y="3106128"/>
            <a:ext cx="2178858" cy="745593"/>
          </a:xfrm>
        </p:spPr>
        <p:txBody>
          <a:bodyPr anchor="ctr">
            <a:normAutofit/>
          </a:bodyPr>
          <a:lstStyle>
            <a:lvl1pPr marL="0" indent="0" algn="ctr">
              <a:buFont typeface="Arial" panose="020B0604020202020204" pitchFamily="34" charset="0"/>
              <a:buNone/>
              <a:defRPr sz="2800">
                <a:solidFill>
                  <a:schemeClr val="accent3"/>
                </a:solidFill>
                <a:latin typeface="+mj-lt"/>
              </a:defRPr>
            </a:lvl1pPr>
          </a:lstStyle>
          <a:p>
            <a:pPr lvl="0"/>
            <a:r>
              <a:rPr lang="en-US"/>
              <a:t>Bullet 1</a:t>
            </a:r>
            <a:endParaRPr lang="en-ZA"/>
          </a:p>
        </p:txBody>
      </p:sp>
      <p:sp>
        <p:nvSpPr>
          <p:cNvPr id="10" name="Text Placeholder 10">
            <a:extLst>
              <a:ext uri="{FF2B5EF4-FFF2-40B4-BE49-F238E27FC236}">
                <a16:creationId xmlns:a16="http://schemas.microsoft.com/office/drawing/2014/main" id="{39809F78-EA1B-4C23-A53E-7DE8B4A6AE1D}"/>
              </a:ext>
            </a:extLst>
          </p:cNvPr>
          <p:cNvSpPr>
            <a:spLocks noGrp="1"/>
          </p:cNvSpPr>
          <p:nvPr>
            <p:ph type="body" sz="quarter" idx="34" hasCustomPrompt="1"/>
          </p:nvPr>
        </p:nvSpPr>
        <p:spPr>
          <a:xfrm>
            <a:off x="1547229" y="4333045"/>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cxnSp>
        <p:nvCxnSpPr>
          <p:cNvPr id="26" name="Straight Connector 25">
            <a:extLst>
              <a:ext uri="{FF2B5EF4-FFF2-40B4-BE49-F238E27FC236}">
                <a16:creationId xmlns:a16="http://schemas.microsoft.com/office/drawing/2014/main" id="{C2FC193C-7F61-40CA-B97F-DE9D338DC965}"/>
              </a:ext>
            </a:extLst>
          </p:cNvPr>
          <p:cNvCxnSpPr>
            <a:cxnSpLocks/>
          </p:cNvCxnSpPr>
          <p:nvPr userDrawn="1"/>
        </p:nvCxnSpPr>
        <p:spPr>
          <a:xfrm>
            <a:off x="2179458"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2" name="Rectangle 21">
            <a:extLst>
              <a:ext uri="{FF2B5EF4-FFF2-40B4-BE49-F238E27FC236}">
                <a16:creationId xmlns:a16="http://schemas.microsoft.com/office/drawing/2014/main" id="{0A93A97B-BCBE-41A6-8F7C-75F49A3E9414}"/>
              </a:ext>
            </a:extLst>
          </p:cNvPr>
          <p:cNvSpPr/>
          <p:nvPr userDrawn="1"/>
        </p:nvSpPr>
        <p:spPr>
          <a:xfrm>
            <a:off x="8043609"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 Placeholder 8">
            <a:extLst>
              <a:ext uri="{FF2B5EF4-FFF2-40B4-BE49-F238E27FC236}">
                <a16:creationId xmlns:a16="http://schemas.microsoft.com/office/drawing/2014/main" id="{C740CCCA-3569-463C-B2AC-A5A7F0D4978C}"/>
              </a:ext>
            </a:extLst>
          </p:cNvPr>
          <p:cNvSpPr>
            <a:spLocks noGrp="1"/>
          </p:cNvSpPr>
          <p:nvPr>
            <p:ph type="body" sz="quarter" idx="35" hasCustomPrompt="1"/>
          </p:nvPr>
        </p:nvSpPr>
        <p:spPr>
          <a:xfrm>
            <a:off x="8490880" y="3106128"/>
            <a:ext cx="2178858" cy="745593"/>
          </a:xfrm>
        </p:spPr>
        <p:txBody>
          <a:bodyPr anchor="ctr">
            <a:normAutofit/>
          </a:bodyPr>
          <a:lstStyle>
            <a:lvl1pPr marL="0" indent="0" algn="ctr">
              <a:buFont typeface="Arial" panose="020B0604020202020204" pitchFamily="34" charset="0"/>
              <a:buNone/>
              <a:defRPr sz="2800">
                <a:solidFill>
                  <a:schemeClr val="accent3"/>
                </a:solidFill>
                <a:latin typeface="+mj-lt"/>
              </a:defRPr>
            </a:lvl1pPr>
          </a:lstStyle>
          <a:p>
            <a:pPr lvl="0"/>
            <a:r>
              <a:rPr lang="en-US"/>
              <a:t>Bullet 1</a:t>
            </a:r>
            <a:endParaRPr lang="en-ZA"/>
          </a:p>
        </p:txBody>
      </p:sp>
      <p:sp>
        <p:nvSpPr>
          <p:cNvPr id="27" name="Text Placeholder 10">
            <a:extLst>
              <a:ext uri="{FF2B5EF4-FFF2-40B4-BE49-F238E27FC236}">
                <a16:creationId xmlns:a16="http://schemas.microsoft.com/office/drawing/2014/main" id="{F8CE8B97-7C16-44A0-BFB9-F96C5984325B}"/>
              </a:ext>
            </a:extLst>
          </p:cNvPr>
          <p:cNvSpPr>
            <a:spLocks noGrp="1"/>
          </p:cNvSpPr>
          <p:nvPr>
            <p:ph type="body" sz="quarter" idx="36" hasCustomPrompt="1"/>
          </p:nvPr>
        </p:nvSpPr>
        <p:spPr>
          <a:xfrm>
            <a:off x="8490880" y="4333045"/>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cxnSp>
        <p:nvCxnSpPr>
          <p:cNvPr id="29" name="Straight Connector 28">
            <a:extLst>
              <a:ext uri="{FF2B5EF4-FFF2-40B4-BE49-F238E27FC236}">
                <a16:creationId xmlns:a16="http://schemas.microsoft.com/office/drawing/2014/main" id="{DE2C4107-B380-4B54-A179-81B6EE4FE61C}"/>
              </a:ext>
            </a:extLst>
          </p:cNvPr>
          <p:cNvCxnSpPr>
            <a:cxnSpLocks/>
          </p:cNvCxnSpPr>
          <p:nvPr userDrawn="1"/>
        </p:nvCxnSpPr>
        <p:spPr>
          <a:xfrm>
            <a:off x="9123109"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1DCE194-0C0A-4B39-AC60-F38FF6DF9302}"/>
              </a:ext>
            </a:extLst>
          </p:cNvPr>
          <p:cNvSpPr/>
          <p:nvPr userDrawn="1"/>
        </p:nvSpPr>
        <p:spPr>
          <a:xfrm>
            <a:off x="4559300" y="2719393"/>
            <a:ext cx="30734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 Placeholder 8">
            <a:extLst>
              <a:ext uri="{FF2B5EF4-FFF2-40B4-BE49-F238E27FC236}">
                <a16:creationId xmlns:a16="http://schemas.microsoft.com/office/drawing/2014/main" id="{89436B85-0AC5-4B9C-991F-09BD4B25D6D7}"/>
              </a:ext>
            </a:extLst>
          </p:cNvPr>
          <p:cNvSpPr>
            <a:spLocks noGrp="1"/>
          </p:cNvSpPr>
          <p:nvPr>
            <p:ph type="body" sz="quarter" idx="37" hasCustomPrompt="1"/>
          </p:nvPr>
        </p:nvSpPr>
        <p:spPr>
          <a:xfrm>
            <a:off x="5006571" y="3106128"/>
            <a:ext cx="2178858" cy="745593"/>
          </a:xfrm>
        </p:spPr>
        <p:txBody>
          <a:bodyPr anchor="ctr">
            <a:normAutofit/>
          </a:bodyPr>
          <a:lstStyle>
            <a:lvl1pPr marL="0" indent="0" algn="ctr">
              <a:buFont typeface="Arial" panose="020B0604020202020204" pitchFamily="34" charset="0"/>
              <a:buNone/>
              <a:defRPr sz="2800">
                <a:solidFill>
                  <a:schemeClr val="accent3"/>
                </a:solidFill>
                <a:latin typeface="+mj-lt"/>
              </a:defRPr>
            </a:lvl1pPr>
          </a:lstStyle>
          <a:p>
            <a:pPr lvl="0"/>
            <a:r>
              <a:rPr lang="en-US"/>
              <a:t>Bullet 1</a:t>
            </a:r>
            <a:endParaRPr lang="en-ZA"/>
          </a:p>
        </p:txBody>
      </p:sp>
      <p:sp>
        <p:nvSpPr>
          <p:cNvPr id="33" name="Text Placeholder 10">
            <a:extLst>
              <a:ext uri="{FF2B5EF4-FFF2-40B4-BE49-F238E27FC236}">
                <a16:creationId xmlns:a16="http://schemas.microsoft.com/office/drawing/2014/main" id="{A5815370-788B-420F-8599-14DD0C007C09}"/>
              </a:ext>
            </a:extLst>
          </p:cNvPr>
          <p:cNvSpPr>
            <a:spLocks noGrp="1"/>
          </p:cNvSpPr>
          <p:nvPr>
            <p:ph type="body" sz="quarter" idx="38" hasCustomPrompt="1"/>
          </p:nvPr>
        </p:nvSpPr>
        <p:spPr>
          <a:xfrm>
            <a:off x="5006571" y="4333045"/>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cxnSp>
        <p:nvCxnSpPr>
          <p:cNvPr id="34" name="Straight Connector 33">
            <a:extLst>
              <a:ext uri="{FF2B5EF4-FFF2-40B4-BE49-F238E27FC236}">
                <a16:creationId xmlns:a16="http://schemas.microsoft.com/office/drawing/2014/main" id="{7B9BE1E5-4A83-4CB5-9052-BC1A7677D705}"/>
              </a:ext>
            </a:extLst>
          </p:cNvPr>
          <p:cNvCxnSpPr>
            <a:cxnSpLocks/>
          </p:cNvCxnSpPr>
          <p:nvPr userDrawn="1"/>
        </p:nvCxnSpPr>
        <p:spPr>
          <a:xfrm>
            <a:off x="5638800" y="4036859"/>
            <a:ext cx="914400"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35" name="Date Placeholder 2">
            <a:extLst>
              <a:ext uri="{FF2B5EF4-FFF2-40B4-BE49-F238E27FC236}">
                <a16:creationId xmlns:a16="http://schemas.microsoft.com/office/drawing/2014/main" id="{C3697011-E6CC-4901-995E-295A6B2A1FB1}"/>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36" name="Footer Placeholder 3">
            <a:extLst>
              <a:ext uri="{FF2B5EF4-FFF2-40B4-BE49-F238E27FC236}">
                <a16:creationId xmlns:a16="http://schemas.microsoft.com/office/drawing/2014/main" id="{EA6FBB3A-E08E-4C9D-A6BC-A443762939C0}"/>
              </a:ext>
            </a:extLst>
          </p:cNvPr>
          <p:cNvSpPr>
            <a:spLocks noGrp="1"/>
          </p:cNvSpPr>
          <p:nvPr>
            <p:ph type="ftr" sz="quarter" idx="11"/>
          </p:nvPr>
        </p:nvSpPr>
        <p:spPr>
          <a:xfrm>
            <a:off x="4038600" y="6356350"/>
            <a:ext cx="4114800" cy="365125"/>
          </a:xfrm>
        </p:spPr>
        <p:txBody>
          <a:bodyPr/>
          <a:lstStyle>
            <a:lvl1pPr>
              <a:defRPr>
                <a:solidFill>
                  <a:schemeClr val="accent1"/>
                </a:solidFill>
              </a:defRPr>
            </a:lvl1pPr>
          </a:lstStyle>
          <a:p>
            <a:r>
              <a:rPr lang="en-US" dirty="0"/>
              <a:t>Pitch deck</a:t>
            </a:r>
          </a:p>
        </p:txBody>
      </p:sp>
      <p:sp>
        <p:nvSpPr>
          <p:cNvPr id="37" name="Slide Number Placeholder 4">
            <a:extLst>
              <a:ext uri="{FF2B5EF4-FFF2-40B4-BE49-F238E27FC236}">
                <a16:creationId xmlns:a16="http://schemas.microsoft.com/office/drawing/2014/main" id="{741F3B34-2439-43D5-886C-2652B0BFD186}"/>
              </a:ext>
            </a:extLst>
          </p:cNvPr>
          <p:cNvSpPr>
            <a:spLocks noGrp="1"/>
          </p:cNvSpPr>
          <p:nvPr>
            <p:ph type="sldNum" sz="quarter" idx="12"/>
          </p:nvPr>
        </p:nvSpPr>
        <p:spPr>
          <a:xfrm>
            <a:off x="8610600" y="6356350"/>
            <a:ext cx="2743200" cy="365125"/>
          </a:xfrm>
        </p:spPr>
        <p:txBody>
          <a:bodyPr/>
          <a:lstStyle>
            <a:lvl1pPr>
              <a:defRPr>
                <a:solidFill>
                  <a:schemeClr val="accent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1920513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accent1"/>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B4CF7930-2AA6-47D6-A0F2-438A1BDA76F6}"/>
              </a:ext>
            </a:extLst>
          </p:cNvPr>
          <p:cNvSpPr/>
          <p:nvPr userDrawn="1"/>
        </p:nvSpPr>
        <p:spPr>
          <a:xfrm>
            <a:off x="7551735" y="0"/>
            <a:ext cx="4640265"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Date Placeholder 6">
            <a:extLst>
              <a:ext uri="{FF2B5EF4-FFF2-40B4-BE49-F238E27FC236}">
                <a16:creationId xmlns:a16="http://schemas.microsoft.com/office/drawing/2014/main" id="{860A2F77-6CFB-4347-9224-EFAA0C0EF3DB}"/>
              </a:ext>
            </a:extLst>
          </p:cNvPr>
          <p:cNvSpPr>
            <a:spLocks noGrp="1"/>
          </p:cNvSpPr>
          <p:nvPr>
            <p:ph type="dt" sz="half" idx="10"/>
          </p:nvPr>
        </p:nvSpPr>
        <p:spPr/>
        <p:txBody>
          <a:bodyPr/>
          <a:lstStyle>
            <a:lvl1pPr>
              <a:defRPr>
                <a:solidFill>
                  <a:schemeClr val="accent3">
                    <a:lumMod val="60000"/>
                    <a:lumOff val="40000"/>
                  </a:schemeClr>
                </a:solidFill>
              </a:defRPr>
            </a:lvl1pPr>
          </a:lstStyle>
          <a:p>
            <a:r>
              <a:rPr lang="en-US"/>
              <a:t>6/22/20XX</a:t>
            </a:r>
            <a:endParaRPr lang="en-US" dirty="0"/>
          </a:p>
        </p:txBody>
      </p:sp>
      <p:sp>
        <p:nvSpPr>
          <p:cNvPr id="8" name="Footer Placeholder 7">
            <a:extLst>
              <a:ext uri="{FF2B5EF4-FFF2-40B4-BE49-F238E27FC236}">
                <a16:creationId xmlns:a16="http://schemas.microsoft.com/office/drawing/2014/main" id="{97C1F45E-8700-4861-AD21-BB7A09E1305A}"/>
              </a:ext>
            </a:extLst>
          </p:cNvPr>
          <p:cNvSpPr>
            <a:spLocks noGrp="1"/>
          </p:cNvSpPr>
          <p:nvPr>
            <p:ph type="ftr" sz="quarter" idx="11"/>
          </p:nvPr>
        </p:nvSpPr>
        <p:spPr/>
        <p:txBody>
          <a:bodyPr/>
          <a:lstStyle>
            <a:lvl1pPr>
              <a:defRPr>
                <a:solidFill>
                  <a:schemeClr val="accent3">
                    <a:lumMod val="60000"/>
                    <a:lumOff val="40000"/>
                  </a:schemeClr>
                </a:solidFill>
              </a:defRPr>
            </a:lvl1pPr>
          </a:lstStyle>
          <a:p>
            <a:r>
              <a:rPr lang="en-US" dirty="0"/>
              <a:t>Pitch deck</a:t>
            </a:r>
          </a:p>
        </p:txBody>
      </p:sp>
      <p:sp>
        <p:nvSpPr>
          <p:cNvPr id="9" name="Slide Number Placeholder 8">
            <a:extLst>
              <a:ext uri="{FF2B5EF4-FFF2-40B4-BE49-F238E27FC236}">
                <a16:creationId xmlns:a16="http://schemas.microsoft.com/office/drawing/2014/main" id="{B7283171-31EE-44C7-A031-9F840EDEC10C}"/>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pic>
        <p:nvPicPr>
          <p:cNvPr id="14" name="Picture 13">
            <a:extLst>
              <a:ext uri="{FF2B5EF4-FFF2-40B4-BE49-F238E27FC236}">
                <a16:creationId xmlns:a16="http://schemas.microsoft.com/office/drawing/2014/main" id="{775779ED-1BC5-487B-8B42-16D736E7ADC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247467" y="0"/>
            <a:ext cx="304268" cy="6858000"/>
          </a:xfrm>
          <a:prstGeom prst="rect">
            <a:avLst/>
          </a:prstGeom>
        </p:spPr>
      </p:pic>
      <p:sp>
        <p:nvSpPr>
          <p:cNvPr id="18" name="Content Placeholder 2">
            <a:extLst>
              <a:ext uri="{FF2B5EF4-FFF2-40B4-BE49-F238E27FC236}">
                <a16:creationId xmlns:a16="http://schemas.microsoft.com/office/drawing/2014/main" id="{E5BF40A6-F21A-4A84-8F8C-11A4BBCD9B66}"/>
              </a:ext>
            </a:extLst>
          </p:cNvPr>
          <p:cNvSpPr>
            <a:spLocks noGrp="1"/>
          </p:cNvSpPr>
          <p:nvPr>
            <p:ph idx="1"/>
          </p:nvPr>
        </p:nvSpPr>
        <p:spPr>
          <a:xfrm>
            <a:off x="1162050" y="4347256"/>
            <a:ext cx="3975804" cy="1829706"/>
          </a:xfrm>
        </p:spPr>
        <p:txBody>
          <a:bodyPr lIns="0" rIns="0">
            <a:normAutofit/>
          </a:bodyPr>
          <a:lstStyle>
            <a:lvl1pPr marL="0" indent="0">
              <a:lnSpc>
                <a:spcPts val="1700"/>
              </a:lnSpc>
              <a:buNone/>
              <a:defRPr sz="1200">
                <a:solidFill>
                  <a:schemeClr val="accent3"/>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cxnSp>
        <p:nvCxnSpPr>
          <p:cNvPr id="19" name="Straight Connector 18">
            <a:extLst>
              <a:ext uri="{FF2B5EF4-FFF2-40B4-BE49-F238E27FC236}">
                <a16:creationId xmlns:a16="http://schemas.microsoft.com/office/drawing/2014/main" id="{6DCCE84A-20A5-4E69-9CF9-78FA30B351AC}"/>
              </a:ext>
            </a:extLst>
          </p:cNvPr>
          <p:cNvCxnSpPr>
            <a:cxnSpLocks/>
          </p:cNvCxnSpPr>
          <p:nvPr userDrawn="1"/>
        </p:nvCxnSpPr>
        <p:spPr>
          <a:xfrm>
            <a:off x="1162050" y="2333625"/>
            <a:ext cx="0" cy="1291318"/>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Title 1">
            <a:extLst>
              <a:ext uri="{FF2B5EF4-FFF2-40B4-BE49-F238E27FC236}">
                <a16:creationId xmlns:a16="http://schemas.microsoft.com/office/drawing/2014/main" id="{A7D45E80-A572-4F1F-A6DC-46C7E86A6F11}"/>
              </a:ext>
            </a:extLst>
          </p:cNvPr>
          <p:cNvSpPr>
            <a:spLocks noGrp="1"/>
          </p:cNvSpPr>
          <p:nvPr>
            <p:ph type="title"/>
          </p:nvPr>
        </p:nvSpPr>
        <p:spPr>
          <a:xfrm>
            <a:off x="1162049" y="523875"/>
            <a:ext cx="4514849" cy="1514476"/>
          </a:xfrm>
        </p:spPr>
        <p:txBody>
          <a:bodyPr lIns="0" rIns="0" anchor="b"/>
          <a:lstStyle>
            <a:lvl1pPr>
              <a:defRPr>
                <a:solidFill>
                  <a:schemeClr val="accent3"/>
                </a:solidFill>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lang="en-US"/>
              <a:t>Click to edit Master title style</a:t>
            </a:r>
          </a:p>
        </p:txBody>
      </p:sp>
      <p:sp>
        <p:nvSpPr>
          <p:cNvPr id="23" name="Text Placeholder 22">
            <a:extLst>
              <a:ext uri="{FF2B5EF4-FFF2-40B4-BE49-F238E27FC236}">
                <a16:creationId xmlns:a16="http://schemas.microsoft.com/office/drawing/2014/main" id="{4EEF521D-CBF5-4B15-9226-23563A8C3AA5}"/>
              </a:ext>
            </a:extLst>
          </p:cNvPr>
          <p:cNvSpPr>
            <a:spLocks noGrp="1"/>
          </p:cNvSpPr>
          <p:nvPr>
            <p:ph type="body" sz="quarter" idx="13"/>
          </p:nvPr>
        </p:nvSpPr>
        <p:spPr>
          <a:xfrm>
            <a:off x="1161346" y="3956731"/>
            <a:ext cx="3975804" cy="390525"/>
          </a:xfrm>
        </p:spPr>
        <p:txBody>
          <a:bodyPr lIns="0">
            <a:noAutofit/>
          </a:bodyPr>
          <a:lstStyle>
            <a:lvl1pPr marL="0" indent="0">
              <a:buNone/>
              <a:defRPr sz="1200" b="1">
                <a:solidFill>
                  <a:schemeClr val="accent3"/>
                </a:solidFill>
              </a:defRPr>
            </a:lvl1pPr>
          </a:lstStyle>
          <a:p>
            <a:pPr lvl="0"/>
            <a:r>
              <a:rPr lang="en-US"/>
              <a:t>Click to edit Master text styles</a:t>
            </a:r>
          </a:p>
        </p:txBody>
      </p:sp>
      <p:sp>
        <p:nvSpPr>
          <p:cNvPr id="25" name="Content Placeholder 2">
            <a:extLst>
              <a:ext uri="{FF2B5EF4-FFF2-40B4-BE49-F238E27FC236}">
                <a16:creationId xmlns:a16="http://schemas.microsoft.com/office/drawing/2014/main" id="{B85B4523-BC07-42A3-8A4D-5E2D9CAE0DA3}"/>
              </a:ext>
            </a:extLst>
          </p:cNvPr>
          <p:cNvSpPr>
            <a:spLocks noGrp="1"/>
          </p:cNvSpPr>
          <p:nvPr>
            <p:ph idx="14"/>
          </p:nvPr>
        </p:nvSpPr>
        <p:spPr>
          <a:xfrm>
            <a:off x="7920887" y="2856735"/>
            <a:ext cx="3902664" cy="712731"/>
          </a:xfrm>
        </p:spPr>
        <p:txBody>
          <a:bodyPr lIns="0" rIns="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26" name="Text Placeholder 22">
            <a:extLst>
              <a:ext uri="{FF2B5EF4-FFF2-40B4-BE49-F238E27FC236}">
                <a16:creationId xmlns:a16="http://schemas.microsoft.com/office/drawing/2014/main" id="{534AB7F6-3491-4274-B3F2-F871EFB72027}"/>
              </a:ext>
            </a:extLst>
          </p:cNvPr>
          <p:cNvSpPr>
            <a:spLocks noGrp="1"/>
          </p:cNvSpPr>
          <p:nvPr>
            <p:ph type="body" sz="quarter" idx="15"/>
          </p:nvPr>
        </p:nvSpPr>
        <p:spPr>
          <a:xfrm>
            <a:off x="7920183" y="2542410"/>
            <a:ext cx="3902664" cy="390525"/>
          </a:xfrm>
        </p:spPr>
        <p:txBody>
          <a:bodyPr lIns="0">
            <a:noAutofit/>
          </a:bodyPr>
          <a:lstStyle>
            <a:lvl1pPr marL="0" indent="0" algn="ctr">
              <a:buNone/>
              <a:defRPr sz="1200" b="1">
                <a:solidFill>
                  <a:schemeClr val="accent1"/>
                </a:solidFill>
              </a:defRPr>
            </a:lvl1pPr>
          </a:lstStyle>
          <a:p>
            <a:pPr lvl="0"/>
            <a:r>
              <a:rPr lang="en-US"/>
              <a:t>Click to edit Master text styles</a:t>
            </a:r>
          </a:p>
        </p:txBody>
      </p:sp>
      <p:sp>
        <p:nvSpPr>
          <p:cNvPr id="28" name="Content Placeholder 2">
            <a:extLst>
              <a:ext uri="{FF2B5EF4-FFF2-40B4-BE49-F238E27FC236}">
                <a16:creationId xmlns:a16="http://schemas.microsoft.com/office/drawing/2014/main" id="{4B1BC6A9-C15F-4476-80D3-8E9A9A98B2F9}"/>
              </a:ext>
            </a:extLst>
          </p:cNvPr>
          <p:cNvSpPr>
            <a:spLocks noGrp="1"/>
          </p:cNvSpPr>
          <p:nvPr>
            <p:ph idx="16"/>
          </p:nvPr>
        </p:nvSpPr>
        <p:spPr>
          <a:xfrm>
            <a:off x="7920887" y="4162990"/>
            <a:ext cx="3902664" cy="712731"/>
          </a:xfrm>
        </p:spPr>
        <p:txBody>
          <a:bodyPr lIns="0" rIns="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29" name="Text Placeholder 22">
            <a:extLst>
              <a:ext uri="{FF2B5EF4-FFF2-40B4-BE49-F238E27FC236}">
                <a16:creationId xmlns:a16="http://schemas.microsoft.com/office/drawing/2014/main" id="{99021676-27CC-4430-A253-24147747F467}"/>
              </a:ext>
            </a:extLst>
          </p:cNvPr>
          <p:cNvSpPr>
            <a:spLocks noGrp="1"/>
          </p:cNvSpPr>
          <p:nvPr>
            <p:ph type="body" sz="quarter" idx="17"/>
          </p:nvPr>
        </p:nvSpPr>
        <p:spPr>
          <a:xfrm>
            <a:off x="7920183" y="3848665"/>
            <a:ext cx="3902664" cy="390525"/>
          </a:xfrm>
        </p:spPr>
        <p:txBody>
          <a:bodyPr lIns="0">
            <a:noAutofit/>
          </a:bodyPr>
          <a:lstStyle>
            <a:lvl1pPr marL="0" indent="0" algn="ctr">
              <a:buNone/>
              <a:defRPr sz="1200" b="1">
                <a:solidFill>
                  <a:schemeClr val="accent1"/>
                </a:solidFill>
              </a:defRPr>
            </a:lvl1pPr>
          </a:lstStyle>
          <a:p>
            <a:pPr lvl="0"/>
            <a:r>
              <a:rPr lang="en-US"/>
              <a:t>Click to edit Master text styles</a:t>
            </a:r>
          </a:p>
        </p:txBody>
      </p:sp>
      <p:sp>
        <p:nvSpPr>
          <p:cNvPr id="32" name="Content Placeholder 2">
            <a:extLst>
              <a:ext uri="{FF2B5EF4-FFF2-40B4-BE49-F238E27FC236}">
                <a16:creationId xmlns:a16="http://schemas.microsoft.com/office/drawing/2014/main" id="{9CDFC7FE-62FA-4943-BCDD-808A7ABBF21F}"/>
              </a:ext>
            </a:extLst>
          </p:cNvPr>
          <p:cNvSpPr>
            <a:spLocks noGrp="1"/>
          </p:cNvSpPr>
          <p:nvPr>
            <p:ph idx="18"/>
          </p:nvPr>
        </p:nvSpPr>
        <p:spPr>
          <a:xfrm>
            <a:off x="7920887" y="5469245"/>
            <a:ext cx="3902664" cy="712731"/>
          </a:xfrm>
        </p:spPr>
        <p:txBody>
          <a:bodyPr lIns="0" rIns="0">
            <a:normAutofit/>
          </a:bodyPr>
          <a:lstStyle>
            <a:lvl1pPr marL="0" indent="0" algn="ctr">
              <a:lnSpc>
                <a:spcPts val="1700"/>
              </a:lnSpc>
              <a:buNone/>
              <a:defRPr sz="1200">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33" name="Text Placeholder 22">
            <a:extLst>
              <a:ext uri="{FF2B5EF4-FFF2-40B4-BE49-F238E27FC236}">
                <a16:creationId xmlns:a16="http://schemas.microsoft.com/office/drawing/2014/main" id="{F0CD399E-155D-416D-8EF4-4190995DC162}"/>
              </a:ext>
            </a:extLst>
          </p:cNvPr>
          <p:cNvSpPr>
            <a:spLocks noGrp="1"/>
          </p:cNvSpPr>
          <p:nvPr>
            <p:ph type="body" sz="quarter" idx="19"/>
          </p:nvPr>
        </p:nvSpPr>
        <p:spPr>
          <a:xfrm>
            <a:off x="7920183" y="5154920"/>
            <a:ext cx="3902664" cy="390525"/>
          </a:xfrm>
        </p:spPr>
        <p:txBody>
          <a:bodyPr lIns="0">
            <a:noAutofit/>
          </a:bodyPr>
          <a:lstStyle>
            <a:lvl1pPr marL="0" indent="0" algn="ctr">
              <a:buNone/>
              <a:defRPr sz="1200" b="1">
                <a:solidFill>
                  <a:schemeClr val="accent1"/>
                </a:solidFill>
              </a:defRPr>
            </a:lvl1pPr>
          </a:lstStyle>
          <a:p>
            <a:pPr lvl="0"/>
            <a:r>
              <a:rPr lang="en-US"/>
              <a:t>Click to edit Master text styles</a:t>
            </a:r>
          </a:p>
        </p:txBody>
      </p:sp>
      <p:sp>
        <p:nvSpPr>
          <p:cNvPr id="34" name="Text Placeholder 22">
            <a:extLst>
              <a:ext uri="{FF2B5EF4-FFF2-40B4-BE49-F238E27FC236}">
                <a16:creationId xmlns:a16="http://schemas.microsoft.com/office/drawing/2014/main" id="{34648533-B8C6-451A-A70F-831EBFABA61B}"/>
              </a:ext>
            </a:extLst>
          </p:cNvPr>
          <p:cNvSpPr>
            <a:spLocks noGrp="1"/>
          </p:cNvSpPr>
          <p:nvPr>
            <p:ph type="body" sz="quarter" idx="20"/>
          </p:nvPr>
        </p:nvSpPr>
        <p:spPr>
          <a:xfrm>
            <a:off x="7920184" y="1652142"/>
            <a:ext cx="3902664" cy="390525"/>
          </a:xfrm>
        </p:spPr>
        <p:txBody>
          <a:bodyPr lIns="0">
            <a:noAutofit/>
          </a:bodyPr>
          <a:lstStyle>
            <a:lvl1pPr marL="0" indent="0" algn="ctr">
              <a:buNone/>
              <a:defRPr sz="1800" b="1">
                <a:solidFill>
                  <a:schemeClr val="accent1"/>
                </a:solidFill>
                <a:latin typeface="+mj-lt"/>
              </a:defRPr>
            </a:lvl1pPr>
          </a:lstStyle>
          <a:p>
            <a:pPr lvl="0"/>
            <a:r>
              <a:rPr lang="en-US"/>
              <a:t>Click to edit Master text styles</a:t>
            </a:r>
          </a:p>
        </p:txBody>
      </p:sp>
    </p:spTree>
    <p:extLst>
      <p:ext uri="{BB962C8B-B14F-4D97-AF65-F5344CB8AC3E}">
        <p14:creationId xmlns:p14="http://schemas.microsoft.com/office/powerpoint/2010/main" val="6926302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mpetiti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C626A5-4FF6-42BD-858A-AE4B2C23A6BC}"/>
              </a:ext>
            </a:extLst>
          </p:cNvPr>
          <p:cNvSpPr>
            <a:spLocks noGrp="1"/>
          </p:cNvSpPr>
          <p:nvPr>
            <p:ph type="title"/>
          </p:nvPr>
        </p:nvSpPr>
        <p:spPr/>
        <p:txBody>
          <a:bodyPr/>
          <a:lstStyle>
            <a:lvl1pPr>
              <a:defRPr>
                <a:solidFill>
                  <a:schemeClr val="accent1"/>
                </a:solidFill>
              </a:defRPr>
            </a:lvl1pPr>
          </a:lstStyle>
          <a:p>
            <a:r>
              <a:rPr lang="en-US"/>
              <a:t>Click to edit Master title style</a:t>
            </a:r>
            <a:endParaRPr lang="en-ZA"/>
          </a:p>
        </p:txBody>
      </p:sp>
      <p:sp>
        <p:nvSpPr>
          <p:cNvPr id="15" name="Text Placeholder 14">
            <a:extLst>
              <a:ext uri="{FF2B5EF4-FFF2-40B4-BE49-F238E27FC236}">
                <a16:creationId xmlns:a16="http://schemas.microsoft.com/office/drawing/2014/main" id="{75DDABA0-16CE-4E19-BE69-D9B7A7E49D8D}"/>
              </a:ext>
            </a:extLst>
          </p:cNvPr>
          <p:cNvSpPr>
            <a:spLocks noGrp="1"/>
          </p:cNvSpPr>
          <p:nvPr>
            <p:ph type="body" sz="quarter" idx="15" hasCustomPrompt="1"/>
          </p:nvPr>
        </p:nvSpPr>
        <p:spPr>
          <a:xfrm>
            <a:off x="5242517" y="1599947"/>
            <a:ext cx="1706965"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a:t>Click to add name</a:t>
            </a:r>
          </a:p>
        </p:txBody>
      </p:sp>
      <p:sp>
        <p:nvSpPr>
          <p:cNvPr id="16" name="Text Placeholder 14">
            <a:extLst>
              <a:ext uri="{FF2B5EF4-FFF2-40B4-BE49-F238E27FC236}">
                <a16:creationId xmlns:a16="http://schemas.microsoft.com/office/drawing/2014/main" id="{9EFF9B48-1E60-4470-A40A-EA2726265BEE}"/>
              </a:ext>
            </a:extLst>
          </p:cNvPr>
          <p:cNvSpPr>
            <a:spLocks noGrp="1"/>
          </p:cNvSpPr>
          <p:nvPr>
            <p:ph type="body" sz="quarter" idx="17" hasCustomPrompt="1"/>
          </p:nvPr>
        </p:nvSpPr>
        <p:spPr>
          <a:xfrm>
            <a:off x="5242517" y="5468790"/>
            <a:ext cx="1706965"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a:t>Click to add name</a:t>
            </a:r>
          </a:p>
        </p:txBody>
      </p:sp>
      <p:sp>
        <p:nvSpPr>
          <p:cNvPr id="17" name="Text Placeholder 14">
            <a:extLst>
              <a:ext uri="{FF2B5EF4-FFF2-40B4-BE49-F238E27FC236}">
                <a16:creationId xmlns:a16="http://schemas.microsoft.com/office/drawing/2014/main" id="{2886CA7A-CC77-44B3-A1CA-BBA33F221C4B}"/>
              </a:ext>
            </a:extLst>
          </p:cNvPr>
          <p:cNvSpPr>
            <a:spLocks noGrp="1"/>
          </p:cNvSpPr>
          <p:nvPr>
            <p:ph type="body" sz="quarter" idx="19" hasCustomPrompt="1"/>
          </p:nvPr>
        </p:nvSpPr>
        <p:spPr>
          <a:xfrm>
            <a:off x="8446329" y="3528829"/>
            <a:ext cx="1380681"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2132A9FB-F78E-4979-8041-C3FA3A93D81B}"/>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19" name="Text Placeholder 14">
            <a:extLst>
              <a:ext uri="{FF2B5EF4-FFF2-40B4-BE49-F238E27FC236}">
                <a16:creationId xmlns:a16="http://schemas.microsoft.com/office/drawing/2014/main" id="{2A01AEF9-4E0C-4384-AAB1-9B179A87913E}"/>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0" name="Text Placeholder 14">
            <a:extLst>
              <a:ext uri="{FF2B5EF4-FFF2-40B4-BE49-F238E27FC236}">
                <a16:creationId xmlns:a16="http://schemas.microsoft.com/office/drawing/2014/main" id="{08B5B546-0DF9-45E4-A795-FE967C5ECD4A}"/>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1" name="Text Placeholder 14">
            <a:extLst>
              <a:ext uri="{FF2B5EF4-FFF2-40B4-BE49-F238E27FC236}">
                <a16:creationId xmlns:a16="http://schemas.microsoft.com/office/drawing/2014/main" id="{B68C7EB3-2B31-41FF-89E8-F0EBD766217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2" name="Text Placeholder 14">
            <a:extLst>
              <a:ext uri="{FF2B5EF4-FFF2-40B4-BE49-F238E27FC236}">
                <a16:creationId xmlns:a16="http://schemas.microsoft.com/office/drawing/2014/main" id="{66C27F8B-B209-493E-BAB8-FDDE2157DB0A}"/>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accent1">
                    <a:lumMod val="90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84BDCF5-6254-4805-96B8-A31EE31D46E2}"/>
              </a:ext>
            </a:extLst>
          </p:cNvPr>
          <p:cNvSpPr>
            <a:spLocks noGrp="1"/>
          </p:cNvSpPr>
          <p:nvPr>
            <p:ph type="body" sz="quarter" idx="25" hasCustomPrompt="1"/>
          </p:nvPr>
        </p:nvSpPr>
        <p:spPr>
          <a:xfrm>
            <a:off x="2364990" y="3528829"/>
            <a:ext cx="1393863" cy="492025"/>
          </a:xfrm>
          <a:prstGeom prst="rect">
            <a:avLst/>
          </a:prstGeom>
        </p:spPr>
        <p:txBody>
          <a:bodyPr anchor="ctr">
            <a:noAutofit/>
          </a:bodyPr>
          <a:lstStyle>
            <a:lvl1pPr marL="0" indent="0" algn="ctr">
              <a:lnSpc>
                <a:spcPct val="100000"/>
              </a:lnSpc>
              <a:buNone/>
              <a:defRPr sz="1800" cap="none" spc="0" baseline="0">
                <a:solidFill>
                  <a:schemeClr val="accent4">
                    <a:lumMod val="20000"/>
                    <a:lumOff val="80000"/>
                  </a:schemeClr>
                </a:solidFill>
                <a:latin typeface="+mj-lt"/>
              </a:defRPr>
            </a:lvl1pPr>
          </a:lstStyle>
          <a:p>
            <a:pPr lvl="0"/>
            <a:r>
              <a:rPr lang="en-US" dirty="0"/>
              <a:t>Click to add name</a:t>
            </a:r>
          </a:p>
        </p:txBody>
      </p:sp>
      <p:cxnSp>
        <p:nvCxnSpPr>
          <p:cNvPr id="24" name="Straight Connector 23">
            <a:extLst>
              <a:ext uri="{FF2B5EF4-FFF2-40B4-BE49-F238E27FC236}">
                <a16:creationId xmlns:a16="http://schemas.microsoft.com/office/drawing/2014/main" id="{9E963DDA-51A3-4DBA-B9AB-9476FA302735}"/>
              </a:ext>
            </a:extLst>
          </p:cNvPr>
          <p:cNvCxnSpPr>
            <a:cxnSpLocks/>
          </p:cNvCxnSpPr>
          <p:nvPr userDrawn="1"/>
        </p:nvCxnSpPr>
        <p:spPr>
          <a:xfrm>
            <a:off x="3762680" y="3774842"/>
            <a:ext cx="4683649" cy="0"/>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DCA1E21-932F-47C4-A095-3D682884EC3F}"/>
              </a:ext>
            </a:extLst>
          </p:cNvPr>
          <p:cNvCxnSpPr>
            <a:cxnSpLocks/>
          </p:cNvCxnSpPr>
          <p:nvPr userDrawn="1"/>
        </p:nvCxnSpPr>
        <p:spPr>
          <a:xfrm flipV="1">
            <a:off x="6096000" y="2091972"/>
            <a:ext cx="4678" cy="3376818"/>
          </a:xfrm>
          <a:prstGeom prst="line">
            <a:avLst/>
          </a:prstGeom>
          <a:ln>
            <a:solidFill>
              <a:schemeClr val="accent3">
                <a:lumMod val="75000"/>
              </a:schemeClr>
            </a:solidFill>
          </a:ln>
        </p:spPr>
        <p:style>
          <a:lnRef idx="1">
            <a:schemeClr val="accent1"/>
          </a:lnRef>
          <a:fillRef idx="0">
            <a:schemeClr val="accent1"/>
          </a:fillRef>
          <a:effectRef idx="0">
            <a:schemeClr val="accent1"/>
          </a:effectRef>
          <a:fontRef idx="minor">
            <a:schemeClr val="tx1"/>
          </a:fontRef>
        </p:style>
      </p:cxnSp>
      <p:sp>
        <p:nvSpPr>
          <p:cNvPr id="26" name="Text Placeholder 14">
            <a:extLst>
              <a:ext uri="{FF2B5EF4-FFF2-40B4-BE49-F238E27FC236}">
                <a16:creationId xmlns:a16="http://schemas.microsoft.com/office/drawing/2014/main" id="{8A636DFD-D98E-4314-BD69-68D2528C01D2}"/>
              </a:ext>
            </a:extLst>
          </p:cNvPr>
          <p:cNvSpPr>
            <a:spLocks noGrp="1"/>
          </p:cNvSpPr>
          <p:nvPr>
            <p:ph type="body" sz="quarter" idx="26" hasCustomPrompt="1"/>
          </p:nvPr>
        </p:nvSpPr>
        <p:spPr>
          <a:xfrm>
            <a:off x="6758897" y="2169263"/>
            <a:ext cx="1706965" cy="1048575"/>
          </a:xfrm>
          <a:prstGeom prst="rect">
            <a:avLst/>
          </a:prstGeom>
        </p:spPr>
        <p:txBody>
          <a:bodyPr anchor="ctr">
            <a:noAutofit/>
          </a:bodyPr>
          <a:lstStyle>
            <a:lvl1pPr marL="0" indent="0" algn="ctr">
              <a:lnSpc>
                <a:spcPct val="100000"/>
              </a:lnSpc>
              <a:buNone/>
              <a:defRPr sz="1600" b="1" cap="none" spc="0" baseline="0">
                <a:solidFill>
                  <a:schemeClr val="accent1"/>
                </a:solidFill>
                <a:latin typeface="+mn-lt"/>
              </a:defRPr>
            </a:lvl1pPr>
          </a:lstStyle>
          <a:p>
            <a:pPr lvl="0"/>
            <a:r>
              <a:rPr lang="en-US"/>
              <a:t>Click to add name</a:t>
            </a:r>
          </a:p>
        </p:txBody>
      </p:sp>
      <p:pic>
        <p:nvPicPr>
          <p:cNvPr id="4" name="Picture 3" descr="A picture containing outdoor, sky, nature, dune&#10;&#10;Description automatically generated">
            <a:extLst>
              <a:ext uri="{FF2B5EF4-FFF2-40B4-BE49-F238E27FC236}">
                <a16:creationId xmlns:a16="http://schemas.microsoft.com/office/drawing/2014/main" id="{7036201C-6A4F-4D68-A5F0-E6E149C82E1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5" name="Picture 4" descr="A picture containing outdoor, sky, nature, dune&#10;&#10;Description automatically generated">
            <a:extLst>
              <a:ext uri="{FF2B5EF4-FFF2-40B4-BE49-F238E27FC236}">
                <a16:creationId xmlns:a16="http://schemas.microsoft.com/office/drawing/2014/main" id="{1FDEBCE5-FECF-4290-856D-FCF83DC52EB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29" name="Date Placeholder 2">
            <a:extLst>
              <a:ext uri="{FF2B5EF4-FFF2-40B4-BE49-F238E27FC236}">
                <a16:creationId xmlns:a16="http://schemas.microsoft.com/office/drawing/2014/main" id="{84F6DC17-DADB-40C5-8E7F-38D27EF3BB1C}"/>
              </a:ext>
            </a:extLst>
          </p:cNvPr>
          <p:cNvSpPr>
            <a:spLocks noGrp="1"/>
          </p:cNvSpPr>
          <p:nvPr>
            <p:ph type="dt" sz="half" idx="10"/>
          </p:nvPr>
        </p:nvSpPr>
        <p:spPr>
          <a:xfrm>
            <a:off x="838200" y="6356350"/>
            <a:ext cx="2743200" cy="365125"/>
          </a:xfrm>
        </p:spPr>
        <p:txBody>
          <a:bodyPr/>
          <a:lstStyle>
            <a:lvl1pPr>
              <a:defRPr>
                <a:solidFill>
                  <a:schemeClr val="accent1"/>
                </a:solidFill>
              </a:defRPr>
            </a:lvl1pPr>
          </a:lstStyle>
          <a:p>
            <a:r>
              <a:rPr lang="en-US"/>
              <a:t>6/22/20XX</a:t>
            </a:r>
            <a:endParaRPr lang="en-US" dirty="0"/>
          </a:p>
        </p:txBody>
      </p:sp>
      <p:sp>
        <p:nvSpPr>
          <p:cNvPr id="30" name="Footer Placeholder 3">
            <a:extLst>
              <a:ext uri="{FF2B5EF4-FFF2-40B4-BE49-F238E27FC236}">
                <a16:creationId xmlns:a16="http://schemas.microsoft.com/office/drawing/2014/main" id="{14F47C4C-5E74-433D-AB6E-745852380162}"/>
              </a:ext>
            </a:extLst>
          </p:cNvPr>
          <p:cNvSpPr>
            <a:spLocks noGrp="1"/>
          </p:cNvSpPr>
          <p:nvPr>
            <p:ph type="ftr" sz="quarter" idx="11"/>
          </p:nvPr>
        </p:nvSpPr>
        <p:spPr>
          <a:xfrm>
            <a:off x="4038600" y="6356350"/>
            <a:ext cx="4114800" cy="365125"/>
          </a:xfrm>
        </p:spPr>
        <p:txBody>
          <a:bodyPr/>
          <a:lstStyle>
            <a:lvl1pPr>
              <a:defRPr>
                <a:solidFill>
                  <a:schemeClr val="accent1"/>
                </a:solidFill>
              </a:defRPr>
            </a:lvl1pPr>
          </a:lstStyle>
          <a:p>
            <a:r>
              <a:rPr lang="en-US" dirty="0"/>
              <a:t>Pitch deck</a:t>
            </a:r>
          </a:p>
        </p:txBody>
      </p:sp>
      <p:sp>
        <p:nvSpPr>
          <p:cNvPr id="31" name="Slide Number Placeholder 4">
            <a:extLst>
              <a:ext uri="{FF2B5EF4-FFF2-40B4-BE49-F238E27FC236}">
                <a16:creationId xmlns:a16="http://schemas.microsoft.com/office/drawing/2014/main" id="{7A9C981C-6AC9-4F33-9E4B-D1117A82331D}"/>
              </a:ext>
            </a:extLst>
          </p:cNvPr>
          <p:cNvSpPr>
            <a:spLocks noGrp="1"/>
          </p:cNvSpPr>
          <p:nvPr>
            <p:ph type="sldNum" sz="quarter" idx="12"/>
          </p:nvPr>
        </p:nvSpPr>
        <p:spPr>
          <a:xfrm>
            <a:off x="8610600" y="6356350"/>
            <a:ext cx="2743200" cy="365125"/>
          </a:xfrm>
        </p:spPr>
        <p:txBody>
          <a:bodyPr/>
          <a:lstStyle>
            <a:lvl1pPr>
              <a:defRPr>
                <a:solidFill>
                  <a:schemeClr val="accent1"/>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4278033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melin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lgn="ctr">
              <a:defRPr>
                <a:solidFill>
                  <a:schemeClr val="accent3"/>
                </a:solidFill>
              </a:defRPr>
            </a:lvl1pPr>
          </a:lstStyle>
          <a:p>
            <a:r>
              <a:rPr lang="en-US"/>
              <a:t>Click to edit Master title style</a:t>
            </a:r>
          </a:p>
        </p:txBody>
      </p:sp>
      <p:cxnSp>
        <p:nvCxnSpPr>
          <p:cNvPr id="14" name="Straight Connector 13">
            <a:extLst>
              <a:ext uri="{FF2B5EF4-FFF2-40B4-BE49-F238E27FC236}">
                <a16:creationId xmlns:a16="http://schemas.microsoft.com/office/drawing/2014/main" id="{7A395641-1C03-493E-ACE5-E9354716EF89}"/>
              </a:ext>
            </a:extLst>
          </p:cNvPr>
          <p:cNvCxnSpPr>
            <a:cxnSpLocks/>
          </p:cNvCxnSpPr>
          <p:nvPr userDrawn="1"/>
        </p:nvCxnSpPr>
        <p:spPr>
          <a:xfrm>
            <a:off x="1295400" y="3012972"/>
            <a:ext cx="96012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4" name="Text Placeholder 23">
            <a:extLst>
              <a:ext uri="{FF2B5EF4-FFF2-40B4-BE49-F238E27FC236}">
                <a16:creationId xmlns:a16="http://schemas.microsoft.com/office/drawing/2014/main" id="{D3B699B4-D7C4-43CC-AC50-5547F9C3C69F}"/>
              </a:ext>
            </a:extLst>
          </p:cNvPr>
          <p:cNvSpPr>
            <a:spLocks noGrp="1"/>
          </p:cNvSpPr>
          <p:nvPr>
            <p:ph type="body" sz="quarter" idx="13"/>
          </p:nvPr>
        </p:nvSpPr>
        <p:spPr>
          <a:xfrm>
            <a:off x="838200" y="1463675"/>
            <a:ext cx="10515600" cy="365125"/>
          </a:xfrm>
        </p:spPr>
        <p:txBody>
          <a:bodyPr/>
          <a:lstStyle>
            <a:lvl1pPr marL="0" indent="0" algn="ctr">
              <a:buNone/>
              <a:defRPr lang="en-US" sz="2000" kern="1200" dirty="0" smtClean="0">
                <a:solidFill>
                  <a:schemeClr val="accent3"/>
                </a:solidFill>
                <a:latin typeface="+mj-lt"/>
                <a:ea typeface="+mj-ea"/>
                <a:cs typeface="+mj-cs"/>
              </a:defRPr>
            </a:lvl1pPr>
            <a:lvl2pPr>
              <a:defRPr>
                <a:solidFill>
                  <a:schemeClr val="accent3"/>
                </a:solidFill>
              </a:defRPr>
            </a:lvl2pPr>
          </a:lstStyle>
          <a:p>
            <a:pPr lvl="0"/>
            <a:r>
              <a:rPr lang="en-US"/>
              <a:t>Click to edit Master text styles</a:t>
            </a:r>
          </a:p>
          <a:p>
            <a:pPr lvl="1"/>
            <a:r>
              <a:rPr lang="en-US"/>
              <a:t>Second level</a:t>
            </a:r>
          </a:p>
        </p:txBody>
      </p:sp>
      <p:sp>
        <p:nvSpPr>
          <p:cNvPr id="25" name="Text Placeholder 23">
            <a:extLst>
              <a:ext uri="{FF2B5EF4-FFF2-40B4-BE49-F238E27FC236}">
                <a16:creationId xmlns:a16="http://schemas.microsoft.com/office/drawing/2014/main" id="{7DCCF6F7-DBE5-45B0-9C0D-6E34E9D9AEEE}"/>
              </a:ext>
            </a:extLst>
          </p:cNvPr>
          <p:cNvSpPr>
            <a:spLocks noGrp="1"/>
          </p:cNvSpPr>
          <p:nvPr>
            <p:ph type="body" sz="quarter" idx="14" hasCustomPrompt="1"/>
          </p:nvPr>
        </p:nvSpPr>
        <p:spPr>
          <a:xfrm>
            <a:off x="1276350"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January</a:t>
            </a:r>
          </a:p>
        </p:txBody>
      </p:sp>
      <p:sp>
        <p:nvSpPr>
          <p:cNvPr id="26" name="Text Placeholder 23">
            <a:extLst>
              <a:ext uri="{FF2B5EF4-FFF2-40B4-BE49-F238E27FC236}">
                <a16:creationId xmlns:a16="http://schemas.microsoft.com/office/drawing/2014/main" id="{D7EF43C7-231B-47B6-9B8E-A499BF6E79ED}"/>
              </a:ext>
            </a:extLst>
          </p:cNvPr>
          <p:cNvSpPr>
            <a:spLocks noGrp="1"/>
          </p:cNvSpPr>
          <p:nvPr>
            <p:ph type="body" sz="quarter" idx="15" hasCustomPrompt="1"/>
          </p:nvPr>
        </p:nvSpPr>
        <p:spPr>
          <a:xfrm>
            <a:off x="2844927"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February</a:t>
            </a:r>
          </a:p>
        </p:txBody>
      </p:sp>
      <p:sp>
        <p:nvSpPr>
          <p:cNvPr id="27" name="Text Placeholder 23">
            <a:extLst>
              <a:ext uri="{FF2B5EF4-FFF2-40B4-BE49-F238E27FC236}">
                <a16:creationId xmlns:a16="http://schemas.microsoft.com/office/drawing/2014/main" id="{1976C642-2512-45C1-AC66-B501FB870F7C}"/>
              </a:ext>
            </a:extLst>
          </p:cNvPr>
          <p:cNvSpPr>
            <a:spLocks noGrp="1"/>
          </p:cNvSpPr>
          <p:nvPr>
            <p:ph type="body" sz="quarter" idx="16" hasCustomPrompt="1"/>
          </p:nvPr>
        </p:nvSpPr>
        <p:spPr>
          <a:xfrm>
            <a:off x="4413504"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March</a:t>
            </a:r>
          </a:p>
        </p:txBody>
      </p:sp>
      <p:sp>
        <p:nvSpPr>
          <p:cNvPr id="28" name="Text Placeholder 23">
            <a:extLst>
              <a:ext uri="{FF2B5EF4-FFF2-40B4-BE49-F238E27FC236}">
                <a16:creationId xmlns:a16="http://schemas.microsoft.com/office/drawing/2014/main" id="{9947EF49-FB58-4C6A-8C0A-D2D680B7A864}"/>
              </a:ext>
            </a:extLst>
          </p:cNvPr>
          <p:cNvSpPr>
            <a:spLocks noGrp="1"/>
          </p:cNvSpPr>
          <p:nvPr>
            <p:ph type="body" sz="quarter" idx="17" hasCustomPrompt="1"/>
          </p:nvPr>
        </p:nvSpPr>
        <p:spPr>
          <a:xfrm>
            <a:off x="5982081"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April</a:t>
            </a:r>
          </a:p>
        </p:txBody>
      </p:sp>
      <p:sp>
        <p:nvSpPr>
          <p:cNvPr id="29" name="Text Placeholder 23">
            <a:extLst>
              <a:ext uri="{FF2B5EF4-FFF2-40B4-BE49-F238E27FC236}">
                <a16:creationId xmlns:a16="http://schemas.microsoft.com/office/drawing/2014/main" id="{9C7C07AF-3FF2-44C6-9D32-B57CEE6E12A2}"/>
              </a:ext>
            </a:extLst>
          </p:cNvPr>
          <p:cNvSpPr>
            <a:spLocks noGrp="1"/>
          </p:cNvSpPr>
          <p:nvPr>
            <p:ph type="body" sz="quarter" idx="18" hasCustomPrompt="1"/>
          </p:nvPr>
        </p:nvSpPr>
        <p:spPr>
          <a:xfrm>
            <a:off x="9130121"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June</a:t>
            </a:r>
          </a:p>
        </p:txBody>
      </p:sp>
      <p:sp>
        <p:nvSpPr>
          <p:cNvPr id="30" name="Text Placeholder 23">
            <a:extLst>
              <a:ext uri="{FF2B5EF4-FFF2-40B4-BE49-F238E27FC236}">
                <a16:creationId xmlns:a16="http://schemas.microsoft.com/office/drawing/2014/main" id="{08859D92-084B-4AAC-A35E-9997F82C5093}"/>
              </a:ext>
            </a:extLst>
          </p:cNvPr>
          <p:cNvSpPr>
            <a:spLocks noGrp="1"/>
          </p:cNvSpPr>
          <p:nvPr>
            <p:ph type="body" sz="quarter" idx="19" hasCustomPrompt="1"/>
          </p:nvPr>
        </p:nvSpPr>
        <p:spPr>
          <a:xfrm>
            <a:off x="7550658" y="2647722"/>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May</a:t>
            </a:r>
          </a:p>
        </p:txBody>
      </p:sp>
      <p:cxnSp>
        <p:nvCxnSpPr>
          <p:cNvPr id="31" name="Straight Connector 30">
            <a:extLst>
              <a:ext uri="{FF2B5EF4-FFF2-40B4-BE49-F238E27FC236}">
                <a16:creationId xmlns:a16="http://schemas.microsoft.com/office/drawing/2014/main" id="{599D4720-091C-4EB1-BC99-606EB7793472}"/>
              </a:ext>
            </a:extLst>
          </p:cNvPr>
          <p:cNvCxnSpPr>
            <a:cxnSpLocks/>
          </p:cNvCxnSpPr>
          <p:nvPr userDrawn="1"/>
        </p:nvCxnSpPr>
        <p:spPr>
          <a:xfrm>
            <a:off x="1295400" y="5070508"/>
            <a:ext cx="9601200"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Text Placeholder 23">
            <a:extLst>
              <a:ext uri="{FF2B5EF4-FFF2-40B4-BE49-F238E27FC236}">
                <a16:creationId xmlns:a16="http://schemas.microsoft.com/office/drawing/2014/main" id="{A88A27CA-6841-483D-BB86-43C77BB6A0CC}"/>
              </a:ext>
            </a:extLst>
          </p:cNvPr>
          <p:cNvSpPr>
            <a:spLocks noGrp="1"/>
          </p:cNvSpPr>
          <p:nvPr>
            <p:ph type="body" sz="quarter" idx="20" hasCustomPrompt="1"/>
          </p:nvPr>
        </p:nvSpPr>
        <p:spPr>
          <a:xfrm>
            <a:off x="1276350"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July</a:t>
            </a:r>
          </a:p>
        </p:txBody>
      </p:sp>
      <p:sp>
        <p:nvSpPr>
          <p:cNvPr id="33" name="Text Placeholder 23">
            <a:extLst>
              <a:ext uri="{FF2B5EF4-FFF2-40B4-BE49-F238E27FC236}">
                <a16:creationId xmlns:a16="http://schemas.microsoft.com/office/drawing/2014/main" id="{68ED6D85-DDFA-46B4-BA5A-892D7ED6CBF6}"/>
              </a:ext>
            </a:extLst>
          </p:cNvPr>
          <p:cNvSpPr>
            <a:spLocks noGrp="1"/>
          </p:cNvSpPr>
          <p:nvPr>
            <p:ph type="body" sz="quarter" idx="21" hasCustomPrompt="1"/>
          </p:nvPr>
        </p:nvSpPr>
        <p:spPr>
          <a:xfrm>
            <a:off x="2844927"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August</a:t>
            </a:r>
          </a:p>
        </p:txBody>
      </p:sp>
      <p:sp>
        <p:nvSpPr>
          <p:cNvPr id="34" name="Text Placeholder 23">
            <a:extLst>
              <a:ext uri="{FF2B5EF4-FFF2-40B4-BE49-F238E27FC236}">
                <a16:creationId xmlns:a16="http://schemas.microsoft.com/office/drawing/2014/main" id="{D248DAEC-4E3D-4A0E-8EE4-64C5E833720B}"/>
              </a:ext>
            </a:extLst>
          </p:cNvPr>
          <p:cNvSpPr>
            <a:spLocks noGrp="1"/>
          </p:cNvSpPr>
          <p:nvPr>
            <p:ph type="body" sz="quarter" idx="22" hasCustomPrompt="1"/>
          </p:nvPr>
        </p:nvSpPr>
        <p:spPr>
          <a:xfrm>
            <a:off x="4413504"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September</a:t>
            </a:r>
          </a:p>
        </p:txBody>
      </p:sp>
      <p:sp>
        <p:nvSpPr>
          <p:cNvPr id="35" name="Text Placeholder 23">
            <a:extLst>
              <a:ext uri="{FF2B5EF4-FFF2-40B4-BE49-F238E27FC236}">
                <a16:creationId xmlns:a16="http://schemas.microsoft.com/office/drawing/2014/main" id="{BE3E7173-46E0-4647-AF6E-3D3F923D70D1}"/>
              </a:ext>
            </a:extLst>
          </p:cNvPr>
          <p:cNvSpPr>
            <a:spLocks noGrp="1"/>
          </p:cNvSpPr>
          <p:nvPr>
            <p:ph type="body" sz="quarter" idx="23" hasCustomPrompt="1"/>
          </p:nvPr>
        </p:nvSpPr>
        <p:spPr>
          <a:xfrm>
            <a:off x="5982081"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October</a:t>
            </a:r>
          </a:p>
        </p:txBody>
      </p:sp>
      <p:sp>
        <p:nvSpPr>
          <p:cNvPr id="36" name="Text Placeholder 23">
            <a:extLst>
              <a:ext uri="{FF2B5EF4-FFF2-40B4-BE49-F238E27FC236}">
                <a16:creationId xmlns:a16="http://schemas.microsoft.com/office/drawing/2014/main" id="{383EE998-C462-4F32-BF67-164C6CB58F5D}"/>
              </a:ext>
            </a:extLst>
          </p:cNvPr>
          <p:cNvSpPr>
            <a:spLocks noGrp="1"/>
          </p:cNvSpPr>
          <p:nvPr>
            <p:ph type="body" sz="quarter" idx="24" hasCustomPrompt="1"/>
          </p:nvPr>
        </p:nvSpPr>
        <p:spPr>
          <a:xfrm>
            <a:off x="9130121"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December</a:t>
            </a:r>
          </a:p>
        </p:txBody>
      </p:sp>
      <p:sp>
        <p:nvSpPr>
          <p:cNvPr id="37" name="Text Placeholder 23">
            <a:extLst>
              <a:ext uri="{FF2B5EF4-FFF2-40B4-BE49-F238E27FC236}">
                <a16:creationId xmlns:a16="http://schemas.microsoft.com/office/drawing/2014/main" id="{2A189DDD-670F-46A8-8840-E981413F4346}"/>
              </a:ext>
            </a:extLst>
          </p:cNvPr>
          <p:cNvSpPr>
            <a:spLocks noGrp="1"/>
          </p:cNvSpPr>
          <p:nvPr>
            <p:ph type="body" sz="quarter" idx="25" hasCustomPrompt="1"/>
          </p:nvPr>
        </p:nvSpPr>
        <p:spPr>
          <a:xfrm>
            <a:off x="7550658" y="4705258"/>
            <a:ext cx="1725930" cy="365114"/>
          </a:xfrm>
        </p:spPr>
        <p:txBody>
          <a:bodyPr>
            <a:noAutofit/>
          </a:bodyPr>
          <a:lstStyle>
            <a:lvl1pPr marL="0" indent="0" algn="ctr">
              <a:buNone/>
              <a:defRPr lang="en-US" sz="1400" kern="1200" dirty="0" smtClean="0">
                <a:solidFill>
                  <a:schemeClr val="accent4"/>
                </a:solidFill>
                <a:latin typeface="+mj-lt"/>
                <a:ea typeface="+mj-ea"/>
                <a:cs typeface="+mj-cs"/>
              </a:defRPr>
            </a:lvl1pPr>
          </a:lstStyle>
          <a:p>
            <a:pPr lvl="0"/>
            <a:r>
              <a:rPr lang="en-US"/>
              <a:t>November</a:t>
            </a:r>
          </a:p>
        </p:txBody>
      </p:sp>
      <p:sp>
        <p:nvSpPr>
          <p:cNvPr id="38" name="Text Placeholder 10">
            <a:extLst>
              <a:ext uri="{FF2B5EF4-FFF2-40B4-BE49-F238E27FC236}">
                <a16:creationId xmlns:a16="http://schemas.microsoft.com/office/drawing/2014/main" id="{540CE67A-DD2D-46B5-B05E-82306D2FCB02}"/>
              </a:ext>
            </a:extLst>
          </p:cNvPr>
          <p:cNvSpPr>
            <a:spLocks noGrp="1"/>
          </p:cNvSpPr>
          <p:nvPr>
            <p:ph type="body" sz="quarter" idx="34" hasCustomPrompt="1"/>
          </p:nvPr>
        </p:nvSpPr>
        <p:spPr>
          <a:xfrm>
            <a:off x="2618463" y="3119254"/>
            <a:ext cx="2178858" cy="1116118"/>
          </a:xfrm>
        </p:spPr>
        <p:txBody>
          <a:bodyPr>
            <a:normAutofit/>
          </a:bodyPr>
          <a:lstStyle>
            <a:lvl1pPr marL="0" indent="0" algn="ctr">
              <a:lnSpc>
                <a:spcPts val="1700"/>
              </a:lnSpc>
              <a:buNone/>
              <a:defRPr sz="1200">
                <a:solidFill>
                  <a:schemeClr val="accent3"/>
                </a:solidFill>
              </a:defRPr>
            </a:lvl1pPr>
          </a:lstStyle>
          <a:p>
            <a:pPr lvl="0"/>
            <a:r>
              <a:rPr lang="en-US" dirty="0"/>
              <a:t>Bullet Description</a:t>
            </a:r>
            <a:endParaRPr lang="en-ZA" dirty="0"/>
          </a:p>
        </p:txBody>
      </p:sp>
      <p:sp>
        <p:nvSpPr>
          <p:cNvPr id="39" name="Text Placeholder 10">
            <a:extLst>
              <a:ext uri="{FF2B5EF4-FFF2-40B4-BE49-F238E27FC236}">
                <a16:creationId xmlns:a16="http://schemas.microsoft.com/office/drawing/2014/main" id="{BB6DC8F1-E86C-4CDB-9265-94B50CFEF997}"/>
              </a:ext>
            </a:extLst>
          </p:cNvPr>
          <p:cNvSpPr>
            <a:spLocks noGrp="1"/>
          </p:cNvSpPr>
          <p:nvPr>
            <p:ph type="body" sz="quarter" idx="35" hasCustomPrompt="1"/>
          </p:nvPr>
        </p:nvSpPr>
        <p:spPr>
          <a:xfrm>
            <a:off x="7324194" y="3119254"/>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40" name="Text Placeholder 10">
            <a:extLst>
              <a:ext uri="{FF2B5EF4-FFF2-40B4-BE49-F238E27FC236}">
                <a16:creationId xmlns:a16="http://schemas.microsoft.com/office/drawing/2014/main" id="{75CE6662-3A66-45A1-9FCC-9BBA8BE55B1D}"/>
              </a:ext>
            </a:extLst>
          </p:cNvPr>
          <p:cNvSpPr>
            <a:spLocks noGrp="1"/>
          </p:cNvSpPr>
          <p:nvPr>
            <p:ph type="body" sz="quarter" idx="36" hasCustomPrompt="1"/>
          </p:nvPr>
        </p:nvSpPr>
        <p:spPr>
          <a:xfrm>
            <a:off x="5755617" y="5176789"/>
            <a:ext cx="2178858" cy="1116118"/>
          </a:xfrm>
        </p:spPr>
        <p:txBody>
          <a:bodyPr>
            <a:normAutofit/>
          </a:bodyPr>
          <a:lstStyle>
            <a:lvl1pPr marL="0" indent="0" algn="ctr">
              <a:lnSpc>
                <a:spcPts val="1700"/>
              </a:lnSpc>
              <a:buNone/>
              <a:defRPr sz="1200">
                <a:solidFill>
                  <a:schemeClr val="accent3"/>
                </a:solidFill>
              </a:defRPr>
            </a:lvl1pPr>
          </a:lstStyle>
          <a:p>
            <a:pPr lvl="0"/>
            <a:r>
              <a:rPr lang="en-US"/>
              <a:t>Bullet Description</a:t>
            </a:r>
            <a:endParaRPr lang="en-ZA"/>
          </a:p>
        </p:txBody>
      </p:sp>
      <p:sp>
        <p:nvSpPr>
          <p:cNvPr id="41" name="Footer Placeholder 5">
            <a:extLst>
              <a:ext uri="{FF2B5EF4-FFF2-40B4-BE49-F238E27FC236}">
                <a16:creationId xmlns:a16="http://schemas.microsoft.com/office/drawing/2014/main" id="{89DF173C-4274-4F9C-BC1A-F47863A470FB}"/>
              </a:ext>
            </a:extLst>
          </p:cNvPr>
          <p:cNvSpPr>
            <a:spLocks noGrp="1"/>
          </p:cNvSpPr>
          <p:nvPr>
            <p:ph type="ftr" sz="quarter" idx="10"/>
          </p:nvPr>
        </p:nvSpPr>
        <p:spPr>
          <a:xfrm>
            <a:off x="4038600" y="6356350"/>
            <a:ext cx="4114800" cy="365125"/>
          </a:xfrm>
        </p:spPr>
        <p:txBody>
          <a:bodyPr/>
          <a:lstStyle>
            <a:lvl1pPr>
              <a:defRPr>
                <a:solidFill>
                  <a:schemeClr val="accent3">
                    <a:lumMod val="60000"/>
                    <a:lumOff val="40000"/>
                  </a:schemeClr>
                </a:solidFill>
              </a:defRPr>
            </a:lvl1pPr>
          </a:lstStyle>
          <a:p>
            <a:r>
              <a:rPr lang="en-ZA" dirty="0"/>
              <a:t>Pitch deck</a:t>
            </a:r>
          </a:p>
        </p:txBody>
      </p:sp>
      <p:sp>
        <p:nvSpPr>
          <p:cNvPr id="42" name="Slide Number Placeholder 6">
            <a:extLst>
              <a:ext uri="{FF2B5EF4-FFF2-40B4-BE49-F238E27FC236}">
                <a16:creationId xmlns:a16="http://schemas.microsoft.com/office/drawing/2014/main" id="{5BE446B2-5954-4D98-A1D5-7BD2F202DA5A}"/>
              </a:ext>
            </a:extLst>
          </p:cNvPr>
          <p:cNvSpPr>
            <a:spLocks noGrp="1"/>
          </p:cNvSpPr>
          <p:nvPr>
            <p:ph type="sldNum" sz="quarter" idx="11"/>
          </p:nvPr>
        </p:nvSpPr>
        <p:spPr>
          <a:xfrm>
            <a:off x="8610600" y="6356350"/>
            <a:ext cx="2743200" cy="365125"/>
          </a:xfrm>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43" name="Date Placeholder 3">
            <a:extLst>
              <a:ext uri="{FF2B5EF4-FFF2-40B4-BE49-F238E27FC236}">
                <a16:creationId xmlns:a16="http://schemas.microsoft.com/office/drawing/2014/main" id="{4D7E30F2-3820-4445-A623-44B83424C9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285272321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ntent with titles">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defRPr>
                <a:solidFill>
                  <a:schemeClr val="accent3"/>
                </a:solidFill>
              </a:defRPr>
            </a:lvl1pPr>
          </a:lstStyle>
          <a:p>
            <a:r>
              <a:rPr lang="en-US"/>
              <a:t>Click to edit Master title style</a:t>
            </a:r>
          </a:p>
        </p:txBody>
      </p:sp>
      <p:sp>
        <p:nvSpPr>
          <p:cNvPr id="7" name="Content Placeholder 2">
            <a:extLst>
              <a:ext uri="{FF2B5EF4-FFF2-40B4-BE49-F238E27FC236}">
                <a16:creationId xmlns:a16="http://schemas.microsoft.com/office/drawing/2014/main" id="{F7FFB265-53A1-4F4A-93D5-B32472F0BE79}"/>
              </a:ext>
            </a:extLst>
          </p:cNvPr>
          <p:cNvSpPr>
            <a:spLocks noGrp="1"/>
          </p:cNvSpPr>
          <p:nvPr>
            <p:ph sz="half" idx="1"/>
          </p:nvPr>
        </p:nvSpPr>
        <p:spPr>
          <a:xfrm>
            <a:off x="838200" y="2857499"/>
            <a:ext cx="5905500" cy="3319463"/>
          </a:xfrm>
        </p:spPr>
        <p:txBody>
          <a:bodyPr/>
          <a:lstStyle>
            <a:lvl1pPr>
              <a:lnSpc>
                <a:spcPct val="100000"/>
              </a:lnSpc>
              <a:defRPr>
                <a:solidFill>
                  <a:schemeClr val="accent3"/>
                </a:solidFill>
              </a:defRPr>
            </a:lvl1pPr>
            <a:lvl2pPr>
              <a:lnSpc>
                <a:spcPct val="100000"/>
              </a:lnSpc>
              <a:defRPr>
                <a:solidFill>
                  <a:schemeClr val="accent3"/>
                </a:solidFill>
              </a:defRPr>
            </a:lvl2pPr>
            <a:lvl3pPr>
              <a:lnSpc>
                <a:spcPct val="100000"/>
              </a:lnSpc>
              <a:defRPr>
                <a:solidFill>
                  <a:schemeClr val="accent3"/>
                </a:solidFill>
              </a:defRPr>
            </a:lvl3pPr>
            <a:lvl4pPr>
              <a:lnSpc>
                <a:spcPct val="100000"/>
              </a:lnSpc>
              <a:defRPr>
                <a:solidFill>
                  <a:schemeClr val="accent3"/>
                </a:solidFill>
              </a:defRPr>
            </a:lvl4pPr>
            <a:lvl5pPr>
              <a:lnSpc>
                <a:spcPct val="100000"/>
              </a:lnSpc>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A1E4F1F9-8369-4C88-9B00-48ACF4934A06}"/>
              </a:ext>
            </a:extLst>
          </p:cNvPr>
          <p:cNvSpPr>
            <a:spLocks noGrp="1"/>
          </p:cNvSpPr>
          <p:nvPr>
            <p:ph sz="half" idx="2"/>
          </p:nvPr>
        </p:nvSpPr>
        <p:spPr>
          <a:xfrm>
            <a:off x="7239000" y="2857499"/>
            <a:ext cx="4114800" cy="3319463"/>
          </a:xfrm>
        </p:spPr>
        <p:txBody>
          <a:bodyPr/>
          <a:lstStyle>
            <a:lvl1pPr>
              <a:lnSpc>
                <a:spcPct val="100000"/>
              </a:lnSpc>
              <a:defRPr>
                <a:solidFill>
                  <a:schemeClr val="accent3"/>
                </a:solidFill>
              </a:defRPr>
            </a:lvl1pPr>
            <a:lvl2pPr>
              <a:lnSpc>
                <a:spcPct val="100000"/>
              </a:lnSpc>
              <a:defRPr>
                <a:solidFill>
                  <a:schemeClr val="accent3"/>
                </a:solidFill>
              </a:defRPr>
            </a:lvl2pPr>
            <a:lvl3pPr>
              <a:lnSpc>
                <a:spcPct val="100000"/>
              </a:lnSpc>
              <a:defRPr>
                <a:solidFill>
                  <a:schemeClr val="accent3"/>
                </a:solidFill>
              </a:defRPr>
            </a:lvl3pPr>
            <a:lvl4pPr>
              <a:lnSpc>
                <a:spcPct val="100000"/>
              </a:lnSpc>
              <a:defRPr>
                <a:solidFill>
                  <a:schemeClr val="accent3"/>
                </a:solidFill>
              </a:defRPr>
            </a:lvl4pPr>
            <a:lvl5pPr>
              <a:lnSpc>
                <a:spcPct val="100000"/>
              </a:lnSpc>
              <a:defRPr>
                <a:solidFill>
                  <a:schemeClr val="accent3"/>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8">
            <a:extLst>
              <a:ext uri="{FF2B5EF4-FFF2-40B4-BE49-F238E27FC236}">
                <a16:creationId xmlns:a16="http://schemas.microsoft.com/office/drawing/2014/main" id="{0C593D2C-0F56-450C-86CD-A019ADD077E7}"/>
              </a:ext>
            </a:extLst>
          </p:cNvPr>
          <p:cNvSpPr>
            <a:spLocks noGrp="1"/>
          </p:cNvSpPr>
          <p:nvPr>
            <p:ph type="body" sz="quarter" idx="13"/>
          </p:nvPr>
        </p:nvSpPr>
        <p:spPr>
          <a:xfrm>
            <a:off x="838200" y="2273300"/>
            <a:ext cx="5905500" cy="584199"/>
          </a:xfrm>
        </p:spPr>
        <p:txBody>
          <a:bodyPr>
            <a:normAutofit/>
          </a:bodyPr>
          <a:lstStyle>
            <a:lvl1pPr marL="0" indent="0">
              <a:buNone/>
              <a:defRPr sz="2000" spc="0" baseline="0">
                <a:solidFill>
                  <a:schemeClr val="accent3"/>
                </a:solidFill>
                <a:latin typeface="+mj-lt"/>
              </a:defRPr>
            </a:lvl1pPr>
          </a:lstStyle>
          <a:p>
            <a:pPr lvl="0"/>
            <a:r>
              <a:rPr lang="en-US"/>
              <a:t>Click to edit Master text styles</a:t>
            </a:r>
          </a:p>
        </p:txBody>
      </p:sp>
      <p:sp>
        <p:nvSpPr>
          <p:cNvPr id="10" name="Text Placeholder 8">
            <a:extLst>
              <a:ext uri="{FF2B5EF4-FFF2-40B4-BE49-F238E27FC236}">
                <a16:creationId xmlns:a16="http://schemas.microsoft.com/office/drawing/2014/main" id="{312AF4CF-A37C-4010-9731-C33A8197CFF3}"/>
              </a:ext>
            </a:extLst>
          </p:cNvPr>
          <p:cNvSpPr>
            <a:spLocks noGrp="1"/>
          </p:cNvSpPr>
          <p:nvPr>
            <p:ph type="body" sz="quarter" idx="14"/>
          </p:nvPr>
        </p:nvSpPr>
        <p:spPr>
          <a:xfrm>
            <a:off x="7239000" y="2273300"/>
            <a:ext cx="4114800" cy="584199"/>
          </a:xfrm>
        </p:spPr>
        <p:txBody>
          <a:bodyPr>
            <a:normAutofit/>
          </a:bodyPr>
          <a:lstStyle>
            <a:lvl1pPr marL="0" indent="0">
              <a:buNone/>
              <a:defRPr sz="2000" spc="0" baseline="0">
                <a:solidFill>
                  <a:schemeClr val="accent3"/>
                </a:solidFill>
                <a:latin typeface="+mj-lt"/>
              </a:defRPr>
            </a:lvl1pPr>
          </a:lstStyle>
          <a:p>
            <a:pPr lvl="0"/>
            <a:r>
              <a:rPr lang="en-US"/>
              <a:t>Click to edit Master text styles</a:t>
            </a:r>
          </a:p>
        </p:txBody>
      </p:sp>
      <p:pic>
        <p:nvPicPr>
          <p:cNvPr id="12" name="Picture 11" descr="A picture containing outdoor, sky, nature, dune&#10;&#10;Description automatically generated">
            <a:extLst>
              <a:ext uri="{FF2B5EF4-FFF2-40B4-BE49-F238E27FC236}">
                <a16:creationId xmlns:a16="http://schemas.microsoft.com/office/drawing/2014/main" id="{8CD853FB-B552-43EE-A55D-E13ADC8B671A}"/>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304800" cy="6858000"/>
          </a:xfrm>
          <a:prstGeom prst="rect">
            <a:avLst/>
          </a:prstGeom>
        </p:spPr>
      </p:pic>
      <p:pic>
        <p:nvPicPr>
          <p:cNvPr id="14" name="Picture 13" descr="A picture containing outdoor, sky, nature, dune&#10;&#10;Description automatically generated">
            <a:extLst>
              <a:ext uri="{FF2B5EF4-FFF2-40B4-BE49-F238E27FC236}">
                <a16:creationId xmlns:a16="http://schemas.microsoft.com/office/drawing/2014/main" id="{C95FC6BE-3777-46FA-A4A2-6C667016B817}"/>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1887200" y="0"/>
            <a:ext cx="304800" cy="6858000"/>
          </a:xfrm>
          <a:prstGeom prst="rect">
            <a:avLst/>
          </a:prstGeom>
        </p:spPr>
      </p:pic>
      <p:sp>
        <p:nvSpPr>
          <p:cNvPr id="15" name="Text Placeholder 23">
            <a:extLst>
              <a:ext uri="{FF2B5EF4-FFF2-40B4-BE49-F238E27FC236}">
                <a16:creationId xmlns:a16="http://schemas.microsoft.com/office/drawing/2014/main" id="{DD19217A-B411-49D0-84C7-16BA3F21FE2E}"/>
              </a:ext>
            </a:extLst>
          </p:cNvPr>
          <p:cNvSpPr>
            <a:spLocks noGrp="1"/>
          </p:cNvSpPr>
          <p:nvPr>
            <p:ph type="body" sz="quarter" idx="15"/>
          </p:nvPr>
        </p:nvSpPr>
        <p:spPr>
          <a:xfrm>
            <a:off x="838200" y="1463675"/>
            <a:ext cx="10515600" cy="365125"/>
          </a:xfrm>
        </p:spPr>
        <p:txBody>
          <a:bodyPr/>
          <a:lstStyle>
            <a:lvl1pPr marL="0" indent="0" algn="l">
              <a:buNone/>
              <a:defRPr lang="en-US" sz="2000" kern="1200" dirty="0" smtClean="0">
                <a:solidFill>
                  <a:schemeClr val="accent3"/>
                </a:solidFill>
                <a:latin typeface="+mj-lt"/>
                <a:ea typeface="+mj-ea"/>
                <a:cs typeface="+mj-cs"/>
              </a:defRPr>
            </a:lvl1pPr>
            <a:lvl2pPr algn="l">
              <a:defRPr>
                <a:solidFill>
                  <a:schemeClr val="accent3"/>
                </a:solidFill>
              </a:defRPr>
            </a:lvl2pPr>
          </a:lstStyle>
          <a:p>
            <a:pPr lvl="0"/>
            <a:r>
              <a:rPr lang="en-US"/>
              <a:t>Click to edit Master text styles</a:t>
            </a:r>
          </a:p>
          <a:p>
            <a:pPr lvl="1"/>
            <a:r>
              <a:rPr lang="en-US"/>
              <a:t>Second level</a:t>
            </a:r>
          </a:p>
        </p:txBody>
      </p:sp>
      <p:sp>
        <p:nvSpPr>
          <p:cNvPr id="16" name="Footer Placeholder 5">
            <a:extLst>
              <a:ext uri="{FF2B5EF4-FFF2-40B4-BE49-F238E27FC236}">
                <a16:creationId xmlns:a16="http://schemas.microsoft.com/office/drawing/2014/main" id="{EA82BD0B-4BD1-40BF-865D-C6A32C64067A}"/>
              </a:ext>
            </a:extLst>
          </p:cNvPr>
          <p:cNvSpPr>
            <a:spLocks noGrp="1"/>
          </p:cNvSpPr>
          <p:nvPr>
            <p:ph type="ftr" sz="quarter" idx="10"/>
          </p:nvPr>
        </p:nvSpPr>
        <p:spPr>
          <a:xfrm>
            <a:off x="4038600" y="6356350"/>
            <a:ext cx="4114800" cy="365125"/>
          </a:xfrm>
        </p:spPr>
        <p:txBody>
          <a:bodyPr/>
          <a:lstStyle>
            <a:lvl1pPr>
              <a:defRPr>
                <a:solidFill>
                  <a:schemeClr val="accent3">
                    <a:lumMod val="60000"/>
                    <a:lumOff val="40000"/>
                  </a:schemeClr>
                </a:solidFill>
              </a:defRPr>
            </a:lvl1pPr>
          </a:lstStyle>
          <a:p>
            <a:r>
              <a:rPr lang="en-ZA" dirty="0"/>
              <a:t>Pitch deck</a:t>
            </a:r>
          </a:p>
        </p:txBody>
      </p:sp>
      <p:sp>
        <p:nvSpPr>
          <p:cNvPr id="17" name="Slide Number Placeholder 6">
            <a:extLst>
              <a:ext uri="{FF2B5EF4-FFF2-40B4-BE49-F238E27FC236}">
                <a16:creationId xmlns:a16="http://schemas.microsoft.com/office/drawing/2014/main" id="{C34C6F6C-1D22-4E30-BC57-12F1408D70AE}"/>
              </a:ext>
            </a:extLst>
          </p:cNvPr>
          <p:cNvSpPr>
            <a:spLocks noGrp="1"/>
          </p:cNvSpPr>
          <p:nvPr>
            <p:ph type="sldNum" sz="quarter" idx="11"/>
          </p:nvPr>
        </p:nvSpPr>
        <p:spPr>
          <a:xfrm>
            <a:off x="8610600" y="6356350"/>
            <a:ext cx="2743200" cy="365125"/>
          </a:xfrm>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18" name="Date Placeholder 3">
            <a:extLst>
              <a:ext uri="{FF2B5EF4-FFF2-40B4-BE49-F238E27FC236}">
                <a16:creationId xmlns:a16="http://schemas.microsoft.com/office/drawing/2014/main" id="{94B53078-6930-4337-8412-A0228A7BEF3D}"/>
              </a:ext>
            </a:extLst>
          </p:cNvPr>
          <p:cNvSpPr>
            <a:spLocks noGrp="1"/>
          </p:cNvSpPr>
          <p:nvPr>
            <p:ph type="dt" sz="half" idx="16"/>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201958589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bg>
      <p:bgPr>
        <a:solidFill>
          <a:schemeClr val="accent1"/>
        </a:solidFill>
        <a:effectLst/>
      </p:bgPr>
    </p:bg>
    <p:spTree>
      <p:nvGrpSpPr>
        <p:cNvPr id="1" name=""/>
        <p:cNvGrpSpPr/>
        <p:nvPr/>
      </p:nvGrpSpPr>
      <p:grpSpPr>
        <a:xfrm>
          <a:off x="0" y="0"/>
          <a:ext cx="0" cy="0"/>
          <a:chOff x="0" y="0"/>
          <a:chExt cx="0" cy="0"/>
        </a:xfrm>
      </p:grpSpPr>
      <p:pic>
        <p:nvPicPr>
          <p:cNvPr id="35" name="Picture 34" descr="A picture containing outdoor, sky, nature, dune&#10;&#10;Description automatically generated">
            <a:extLst>
              <a:ext uri="{FF2B5EF4-FFF2-40B4-BE49-F238E27FC236}">
                <a16:creationId xmlns:a16="http://schemas.microsoft.com/office/drawing/2014/main" id="{B184911A-D23E-4AE4-AA9D-D9351F3961D5}"/>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929640" y="3995381"/>
            <a:ext cx="10332720" cy="122320"/>
          </a:xfrm>
          <a:prstGeom prst="rect">
            <a:avLst/>
          </a:prstGeom>
        </p:spPr>
      </p:pic>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defRPr>
                <a:solidFill>
                  <a:schemeClr val="accent3"/>
                </a:solidFill>
              </a:defRPr>
            </a:lvl1pPr>
          </a:lstStyle>
          <a:p>
            <a:r>
              <a:rPr lang="en-US"/>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accent3">
                    <a:lumMod val="60000"/>
                    <a:lumOff val="40000"/>
                  </a:schemeClr>
                </a:solidFill>
              </a:defRPr>
            </a:lvl1pPr>
          </a:lstStyle>
          <a:p>
            <a:r>
              <a:rPr lang="en-US"/>
              <a:t>6/22/20XX</a:t>
            </a:r>
            <a:endParaRPr lang="en-US" dirty="0"/>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accent3">
                    <a:lumMod val="60000"/>
                    <a:lumOff val="40000"/>
                  </a:schemeClr>
                </a:solidFill>
              </a:defRPr>
            </a:lvl1pPr>
          </a:lstStyle>
          <a:p>
            <a:r>
              <a:rPr lang="en-US" dirty="0"/>
              <a:t>Pitch deck</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accent3">
                    <a:lumMod val="60000"/>
                    <a:lumOff val="40000"/>
                  </a:schemeClr>
                </a:solidFill>
              </a:defRPr>
            </a:lvl1pPr>
          </a:lstStyle>
          <a:p>
            <a:fld id="{B5CEABB6-07DC-46E8-9B57-56EC44A396E5}" type="slidenum">
              <a:rPr lang="en-US" smtClean="0"/>
              <a:pPr/>
              <a:t>‹#›</a:t>
            </a:fld>
            <a:endParaRPr lang="en-US" dirty="0"/>
          </a:p>
        </p:txBody>
      </p:sp>
      <p:sp>
        <p:nvSpPr>
          <p:cNvPr id="7" name="Text Placeholder 10">
            <a:extLst>
              <a:ext uri="{FF2B5EF4-FFF2-40B4-BE49-F238E27FC236}">
                <a16:creationId xmlns:a16="http://schemas.microsoft.com/office/drawing/2014/main" id="{FB058FB8-1105-4C4A-BC46-FC5263C51B4C}"/>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accent3"/>
                </a:solidFill>
                <a:latin typeface="+mj-lt"/>
              </a:defRPr>
            </a:lvl1pPr>
          </a:lstStyle>
          <a:p>
            <a:pPr lvl="0"/>
            <a:r>
              <a:rPr lang="en-US"/>
              <a:t>Year</a:t>
            </a:r>
            <a:endParaRPr lang="en-ZA"/>
          </a:p>
        </p:txBody>
      </p:sp>
      <p:sp>
        <p:nvSpPr>
          <p:cNvPr id="8" name="Text Placeholder 10">
            <a:extLst>
              <a:ext uri="{FF2B5EF4-FFF2-40B4-BE49-F238E27FC236}">
                <a16:creationId xmlns:a16="http://schemas.microsoft.com/office/drawing/2014/main" id="{0F15AF40-266A-4348-9B27-CBABA9E3D92A}"/>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9" name="Text Placeholder 10">
            <a:extLst>
              <a:ext uri="{FF2B5EF4-FFF2-40B4-BE49-F238E27FC236}">
                <a16:creationId xmlns:a16="http://schemas.microsoft.com/office/drawing/2014/main" id="{ECD58177-9C19-4D24-9FFF-58EECDE7657F}"/>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0" name="Text Placeholder 10">
            <a:extLst>
              <a:ext uri="{FF2B5EF4-FFF2-40B4-BE49-F238E27FC236}">
                <a16:creationId xmlns:a16="http://schemas.microsoft.com/office/drawing/2014/main" id="{ABE7486E-0AF8-4124-830C-420FA1F92BBB}"/>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1" name="Text Placeholder 10">
            <a:extLst>
              <a:ext uri="{FF2B5EF4-FFF2-40B4-BE49-F238E27FC236}">
                <a16:creationId xmlns:a16="http://schemas.microsoft.com/office/drawing/2014/main" id="{F64A74A1-7AA0-4CCA-91E2-173B9CC7AFDC}"/>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2" name="Text Placeholder 10">
            <a:extLst>
              <a:ext uri="{FF2B5EF4-FFF2-40B4-BE49-F238E27FC236}">
                <a16:creationId xmlns:a16="http://schemas.microsoft.com/office/drawing/2014/main" id="{128FF9BA-B29D-439F-A4A3-BFE6BC8B45C3}"/>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accent3"/>
                </a:solidFill>
                <a:latin typeface="+mj-lt"/>
              </a:defRPr>
            </a:lvl1pPr>
          </a:lstStyle>
          <a:p>
            <a:pPr lvl="0"/>
            <a:r>
              <a:rPr lang="en-US"/>
              <a:t>Year</a:t>
            </a:r>
            <a:endParaRPr lang="en-ZA"/>
          </a:p>
        </p:txBody>
      </p:sp>
      <p:sp>
        <p:nvSpPr>
          <p:cNvPr id="13" name="Text Placeholder 10">
            <a:extLst>
              <a:ext uri="{FF2B5EF4-FFF2-40B4-BE49-F238E27FC236}">
                <a16:creationId xmlns:a16="http://schemas.microsoft.com/office/drawing/2014/main" id="{671CD701-6647-40A3-B851-9CA1C8D3566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4" name="Text Placeholder 10">
            <a:extLst>
              <a:ext uri="{FF2B5EF4-FFF2-40B4-BE49-F238E27FC236}">
                <a16:creationId xmlns:a16="http://schemas.microsoft.com/office/drawing/2014/main" id="{B6A8BFC1-7FA0-4CAA-97FD-9A01BA00D2D5}"/>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5" name="Text Placeholder 10">
            <a:extLst>
              <a:ext uri="{FF2B5EF4-FFF2-40B4-BE49-F238E27FC236}">
                <a16:creationId xmlns:a16="http://schemas.microsoft.com/office/drawing/2014/main" id="{ED0C2842-0D4E-486C-A993-1D0D75D49433}"/>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6" name="Text Placeholder 10">
            <a:extLst>
              <a:ext uri="{FF2B5EF4-FFF2-40B4-BE49-F238E27FC236}">
                <a16:creationId xmlns:a16="http://schemas.microsoft.com/office/drawing/2014/main" id="{A59B4F0E-8F16-42CC-8346-A00DADA20ED9}"/>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7" name="Text Placeholder 10">
            <a:extLst>
              <a:ext uri="{FF2B5EF4-FFF2-40B4-BE49-F238E27FC236}">
                <a16:creationId xmlns:a16="http://schemas.microsoft.com/office/drawing/2014/main" id="{99D7695C-A738-4500-B476-95B5729911DC}"/>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8" name="Text Placeholder 10">
            <a:extLst>
              <a:ext uri="{FF2B5EF4-FFF2-40B4-BE49-F238E27FC236}">
                <a16:creationId xmlns:a16="http://schemas.microsoft.com/office/drawing/2014/main" id="{B3B984CB-A282-404B-8B4C-8FEE071EB279}"/>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19" name="Text Placeholder 10">
            <a:extLst>
              <a:ext uri="{FF2B5EF4-FFF2-40B4-BE49-F238E27FC236}">
                <a16:creationId xmlns:a16="http://schemas.microsoft.com/office/drawing/2014/main" id="{5F337119-92E1-4057-81DB-A0B6F5747A38}"/>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0" name="Text Placeholder 10">
            <a:extLst>
              <a:ext uri="{FF2B5EF4-FFF2-40B4-BE49-F238E27FC236}">
                <a16:creationId xmlns:a16="http://schemas.microsoft.com/office/drawing/2014/main" id="{688EEFA1-753B-4733-8686-F3A10A131B81}"/>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1" name="Text Placeholder 10">
            <a:extLst>
              <a:ext uri="{FF2B5EF4-FFF2-40B4-BE49-F238E27FC236}">
                <a16:creationId xmlns:a16="http://schemas.microsoft.com/office/drawing/2014/main" id="{C7B05348-942A-4131-9A3F-479F3F9A9A87}"/>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2" name="Text Placeholder 10">
            <a:extLst>
              <a:ext uri="{FF2B5EF4-FFF2-40B4-BE49-F238E27FC236}">
                <a16:creationId xmlns:a16="http://schemas.microsoft.com/office/drawing/2014/main" id="{B3C00ACD-1C1A-4069-B8CB-DB8CA8A0B80F}"/>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3" name="Text Placeholder 10">
            <a:extLst>
              <a:ext uri="{FF2B5EF4-FFF2-40B4-BE49-F238E27FC236}">
                <a16:creationId xmlns:a16="http://schemas.microsoft.com/office/drawing/2014/main" id="{CA74A790-DCD1-46EB-8261-607BEF403CCF}"/>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4" name="Text Placeholder 10">
            <a:extLst>
              <a:ext uri="{FF2B5EF4-FFF2-40B4-BE49-F238E27FC236}">
                <a16:creationId xmlns:a16="http://schemas.microsoft.com/office/drawing/2014/main" id="{17825B37-7E7B-4D73-967B-AA07F007C074}"/>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5" name="Text Placeholder 10">
            <a:extLst>
              <a:ext uri="{FF2B5EF4-FFF2-40B4-BE49-F238E27FC236}">
                <a16:creationId xmlns:a16="http://schemas.microsoft.com/office/drawing/2014/main" id="{DA6EB697-D6DD-4343-BAC9-49514C5D518A}"/>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6" name="Text Placeholder 10">
            <a:extLst>
              <a:ext uri="{FF2B5EF4-FFF2-40B4-BE49-F238E27FC236}">
                <a16:creationId xmlns:a16="http://schemas.microsoft.com/office/drawing/2014/main" id="{9E70367E-C969-4F8A-AC6F-5E7AC2C0BC59}"/>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7" name="Text Placeholder 10">
            <a:extLst>
              <a:ext uri="{FF2B5EF4-FFF2-40B4-BE49-F238E27FC236}">
                <a16:creationId xmlns:a16="http://schemas.microsoft.com/office/drawing/2014/main" id="{30575E90-7198-47A0-805F-3162B2386DC9}"/>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8" name="Text Placeholder 10">
            <a:extLst>
              <a:ext uri="{FF2B5EF4-FFF2-40B4-BE49-F238E27FC236}">
                <a16:creationId xmlns:a16="http://schemas.microsoft.com/office/drawing/2014/main" id="{3ED2274A-F2D9-4427-99BF-1D78414DBCD1}"/>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29" name="Text Placeholder 10">
            <a:extLst>
              <a:ext uri="{FF2B5EF4-FFF2-40B4-BE49-F238E27FC236}">
                <a16:creationId xmlns:a16="http://schemas.microsoft.com/office/drawing/2014/main" id="{231D0A8C-CD54-4D10-A8F5-97CF139C25DF}"/>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30" name="Text Placeholder 10">
            <a:extLst>
              <a:ext uri="{FF2B5EF4-FFF2-40B4-BE49-F238E27FC236}">
                <a16:creationId xmlns:a16="http://schemas.microsoft.com/office/drawing/2014/main" id="{AFC15A55-7462-4E94-8DA3-5549FE7AAC87}"/>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31" name="Text Placeholder 10">
            <a:extLst>
              <a:ext uri="{FF2B5EF4-FFF2-40B4-BE49-F238E27FC236}">
                <a16:creationId xmlns:a16="http://schemas.microsoft.com/office/drawing/2014/main" id="{4D808E3A-2D47-4508-B487-97E7B840A17C}"/>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
        <p:nvSpPr>
          <p:cNvPr id="32" name="Text Placeholder 10">
            <a:extLst>
              <a:ext uri="{FF2B5EF4-FFF2-40B4-BE49-F238E27FC236}">
                <a16:creationId xmlns:a16="http://schemas.microsoft.com/office/drawing/2014/main" id="{2B7FEF61-4C66-42E8-81B2-CB838535F7E5}"/>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accent3"/>
                </a:solidFill>
              </a:defRPr>
            </a:lvl1pPr>
          </a:lstStyle>
          <a:p>
            <a:pPr lvl="0"/>
            <a:r>
              <a:rPr lang="en-US"/>
              <a:t>Mm</a:t>
            </a:r>
            <a:endParaRPr lang="en-ZA"/>
          </a:p>
        </p:txBody>
      </p:sp>
    </p:spTree>
    <p:extLst>
      <p:ext uri="{BB962C8B-B14F-4D97-AF65-F5344CB8AC3E}">
        <p14:creationId xmlns:p14="http://schemas.microsoft.com/office/powerpoint/2010/main" val="22540800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hart">
    <p:spTree>
      <p:nvGrpSpPr>
        <p:cNvPr id="1" name=""/>
        <p:cNvGrpSpPr/>
        <p:nvPr/>
      </p:nvGrpSpPr>
      <p:grpSpPr>
        <a:xfrm>
          <a:off x="0" y="0"/>
          <a:ext cx="0" cy="0"/>
          <a:chOff x="0" y="0"/>
          <a:chExt cx="0" cy="0"/>
        </a:xfrm>
      </p:grpSpPr>
      <p:pic>
        <p:nvPicPr>
          <p:cNvPr id="7" name="Picture 6" descr="A group of people riding horses&#10;&#10;Description automatically generated with medium confidence">
            <a:extLst>
              <a:ext uri="{FF2B5EF4-FFF2-40B4-BE49-F238E27FC236}">
                <a16:creationId xmlns:a16="http://schemas.microsoft.com/office/drawing/2014/main" id="{A88965D1-1506-43AA-A066-5CA60D2ADFC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9" name="Rectangle 8">
            <a:extLst>
              <a:ext uri="{FF2B5EF4-FFF2-40B4-BE49-F238E27FC236}">
                <a16:creationId xmlns:a16="http://schemas.microsoft.com/office/drawing/2014/main" id="{4345AFDE-8D65-480B-9D80-F8B2868463F1}"/>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p:txBody>
          <a:bodyPr/>
          <a:lstStyle>
            <a:lvl1pPr algn="ctr">
              <a:defRPr>
                <a:solidFill>
                  <a:schemeClr val="accent3"/>
                </a:solidFill>
              </a:defRPr>
            </a:lvl1pPr>
          </a:lstStyle>
          <a:p>
            <a:r>
              <a:rPr lang="en-US"/>
              <a:t>Click to edit Master title style</a:t>
            </a:r>
          </a:p>
        </p:txBody>
      </p:sp>
      <p:sp>
        <p:nvSpPr>
          <p:cNvPr id="11" name="Chart Placeholder 10">
            <a:extLst>
              <a:ext uri="{FF2B5EF4-FFF2-40B4-BE49-F238E27FC236}">
                <a16:creationId xmlns:a16="http://schemas.microsoft.com/office/drawing/2014/main" id="{2F91974B-F58F-4C8E-8D68-7DBAD42BE6CE}"/>
              </a:ext>
            </a:extLst>
          </p:cNvPr>
          <p:cNvSpPr>
            <a:spLocks noGrp="1"/>
          </p:cNvSpPr>
          <p:nvPr>
            <p:ph type="chart" sz="quarter" idx="13"/>
          </p:nvPr>
        </p:nvSpPr>
        <p:spPr>
          <a:xfrm>
            <a:off x="838200" y="1690688"/>
            <a:ext cx="10515600" cy="3984625"/>
          </a:xfrm>
        </p:spPr>
        <p:txBody>
          <a:bodyPr/>
          <a:lstStyle/>
          <a:p>
            <a:r>
              <a:rPr lang="en-US"/>
              <a:t>Click icon to add chart</a:t>
            </a:r>
            <a:endParaRPr lang="en-US" dirty="0"/>
          </a:p>
        </p:txBody>
      </p:sp>
      <p:sp>
        <p:nvSpPr>
          <p:cNvPr id="12" name="Footer Placeholder 5">
            <a:extLst>
              <a:ext uri="{FF2B5EF4-FFF2-40B4-BE49-F238E27FC236}">
                <a16:creationId xmlns:a16="http://schemas.microsoft.com/office/drawing/2014/main" id="{ED055213-4B28-4DFA-B283-C64E50841BCA}"/>
              </a:ext>
            </a:extLst>
          </p:cNvPr>
          <p:cNvSpPr>
            <a:spLocks noGrp="1"/>
          </p:cNvSpPr>
          <p:nvPr>
            <p:ph type="ftr" sz="quarter" idx="10"/>
          </p:nvPr>
        </p:nvSpPr>
        <p:spPr>
          <a:xfrm>
            <a:off x="4038600" y="6497865"/>
            <a:ext cx="4114800" cy="365125"/>
          </a:xfrm>
        </p:spPr>
        <p:txBody>
          <a:bodyPr/>
          <a:lstStyle>
            <a:lvl1pPr>
              <a:defRPr>
                <a:solidFill>
                  <a:schemeClr val="accent1"/>
                </a:solidFill>
              </a:defRPr>
            </a:lvl1pPr>
          </a:lstStyle>
          <a:p>
            <a:r>
              <a:rPr lang="en-ZA" dirty="0"/>
              <a:t>Pitch deck</a:t>
            </a:r>
          </a:p>
        </p:txBody>
      </p:sp>
      <p:sp>
        <p:nvSpPr>
          <p:cNvPr id="13" name="Slide Number Placeholder 6">
            <a:extLst>
              <a:ext uri="{FF2B5EF4-FFF2-40B4-BE49-F238E27FC236}">
                <a16:creationId xmlns:a16="http://schemas.microsoft.com/office/drawing/2014/main" id="{C4C9E28E-8406-48BC-8F90-9483DF3E2618}"/>
              </a:ext>
            </a:extLst>
          </p:cNvPr>
          <p:cNvSpPr>
            <a:spLocks noGrp="1"/>
          </p:cNvSpPr>
          <p:nvPr>
            <p:ph type="sldNum" sz="quarter" idx="11"/>
          </p:nvPr>
        </p:nvSpPr>
        <p:spPr>
          <a:xfrm>
            <a:off x="8610600" y="6497865"/>
            <a:ext cx="2743200" cy="365125"/>
          </a:xfrm>
        </p:spPr>
        <p:txBody>
          <a:bodyPr/>
          <a:lstStyle>
            <a:lvl1pPr>
              <a:defRPr>
                <a:solidFill>
                  <a:schemeClr val="accent1"/>
                </a:solidFill>
              </a:defRPr>
            </a:lvl1pPr>
          </a:lstStyle>
          <a:p>
            <a:fld id="{19B51A1E-902D-48AF-9020-955120F399B6}" type="slidenum">
              <a:rPr lang="en-ZA" smtClean="0"/>
              <a:pPr/>
              <a:t>‹#›</a:t>
            </a:fld>
            <a:endParaRPr lang="en-ZA" dirty="0"/>
          </a:p>
        </p:txBody>
      </p:sp>
      <p:sp>
        <p:nvSpPr>
          <p:cNvPr id="14" name="Date Placeholder 3">
            <a:extLst>
              <a:ext uri="{FF2B5EF4-FFF2-40B4-BE49-F238E27FC236}">
                <a16:creationId xmlns:a16="http://schemas.microsoft.com/office/drawing/2014/main" id="{A592DA0A-15A7-4B7C-BDC1-6C40C548BD2E}"/>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r>
              <a:rPr lang="en-US"/>
              <a:t>6/22/20XX</a:t>
            </a:r>
            <a:endParaRPr lang="en-US" dirty="0"/>
          </a:p>
        </p:txBody>
      </p:sp>
    </p:spTree>
    <p:extLst>
      <p:ext uri="{BB962C8B-B14F-4D97-AF65-F5344CB8AC3E}">
        <p14:creationId xmlns:p14="http://schemas.microsoft.com/office/powerpoint/2010/main" val="9411513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am - 4 up">
    <p:bg>
      <p:bgPr>
        <a:solidFill>
          <a:schemeClr val="accent2"/>
        </a:solidFill>
        <a:effectLst/>
      </p:bgPr>
    </p:bg>
    <p:spTree>
      <p:nvGrpSpPr>
        <p:cNvPr id="1" name=""/>
        <p:cNvGrpSpPr/>
        <p:nvPr/>
      </p:nvGrpSpPr>
      <p:grpSpPr>
        <a:xfrm>
          <a:off x="0" y="0"/>
          <a:ext cx="0" cy="0"/>
          <a:chOff x="0" y="0"/>
          <a:chExt cx="0" cy="0"/>
        </a:xfrm>
      </p:grpSpPr>
      <p:pic>
        <p:nvPicPr>
          <p:cNvPr id="9" name="Picture 8" descr="A group of people riding horses&#10;&#10;Description automatically generated with medium confidence">
            <a:extLst>
              <a:ext uri="{FF2B5EF4-FFF2-40B4-BE49-F238E27FC236}">
                <a16:creationId xmlns:a16="http://schemas.microsoft.com/office/drawing/2014/main" id="{92722E05-40B7-4586-82D6-7C5F7330DF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5240" y="0"/>
            <a:ext cx="12207240" cy="3803330"/>
          </a:xfrm>
          <a:prstGeom prst="rect">
            <a:avLst/>
          </a:prstGeom>
        </p:spPr>
      </p:pic>
      <p:sp>
        <p:nvSpPr>
          <p:cNvPr id="2" name="Title 1">
            <a:extLst>
              <a:ext uri="{FF2B5EF4-FFF2-40B4-BE49-F238E27FC236}">
                <a16:creationId xmlns:a16="http://schemas.microsoft.com/office/drawing/2014/main" id="{A1F8C642-49FB-4E16-A3A0-B2ACBEABFFD6}"/>
              </a:ext>
            </a:extLst>
          </p:cNvPr>
          <p:cNvSpPr>
            <a:spLocks noGrp="1"/>
          </p:cNvSpPr>
          <p:nvPr>
            <p:ph type="title"/>
          </p:nvPr>
        </p:nvSpPr>
        <p:spPr>
          <a:xfrm>
            <a:off x="838200" y="4007165"/>
            <a:ext cx="10515600" cy="1004255"/>
          </a:xfrm>
        </p:spPr>
        <p:txBody>
          <a:bodyPr/>
          <a:lstStyle>
            <a:lvl1pPr algn="ctr">
              <a:defRPr>
                <a:solidFill>
                  <a:schemeClr val="accent1"/>
                </a:solidFill>
              </a:defRPr>
            </a:lvl1pPr>
          </a:lstStyle>
          <a:p>
            <a:r>
              <a:rPr lang="en-US"/>
              <a:t>Click to edit Master title style</a:t>
            </a:r>
          </a:p>
        </p:txBody>
      </p:sp>
      <p:sp>
        <p:nvSpPr>
          <p:cNvPr id="3" name="Date Placeholder 2">
            <a:extLst>
              <a:ext uri="{FF2B5EF4-FFF2-40B4-BE49-F238E27FC236}">
                <a16:creationId xmlns:a16="http://schemas.microsoft.com/office/drawing/2014/main" id="{9CAF00A3-1058-4FA9-A985-03711701054C}"/>
              </a:ext>
            </a:extLst>
          </p:cNvPr>
          <p:cNvSpPr>
            <a:spLocks noGrp="1"/>
          </p:cNvSpPr>
          <p:nvPr>
            <p:ph type="dt" sz="half" idx="10"/>
          </p:nvPr>
        </p:nvSpPr>
        <p:spPr/>
        <p:txBody>
          <a:bodyPr/>
          <a:lstStyle>
            <a:lvl1pPr>
              <a:defRPr>
                <a:solidFill>
                  <a:schemeClr val="accent1"/>
                </a:solidFill>
              </a:defRPr>
            </a:lvl1pPr>
          </a:lstStyle>
          <a:p>
            <a:r>
              <a:rPr lang="en-US"/>
              <a:t>6/22/20XX</a:t>
            </a:r>
            <a:endParaRPr lang="en-US" dirty="0"/>
          </a:p>
        </p:txBody>
      </p:sp>
      <p:sp>
        <p:nvSpPr>
          <p:cNvPr id="4" name="Footer Placeholder 3">
            <a:extLst>
              <a:ext uri="{FF2B5EF4-FFF2-40B4-BE49-F238E27FC236}">
                <a16:creationId xmlns:a16="http://schemas.microsoft.com/office/drawing/2014/main" id="{A00F60BE-20E1-40C5-85E7-AEAABD0C0DE6}"/>
              </a:ext>
            </a:extLst>
          </p:cNvPr>
          <p:cNvSpPr>
            <a:spLocks noGrp="1"/>
          </p:cNvSpPr>
          <p:nvPr>
            <p:ph type="ftr" sz="quarter" idx="11"/>
          </p:nvPr>
        </p:nvSpPr>
        <p:spPr/>
        <p:txBody>
          <a:bodyPr/>
          <a:lstStyle>
            <a:lvl1pPr>
              <a:defRPr>
                <a:solidFill>
                  <a:schemeClr val="accent1"/>
                </a:solidFill>
              </a:defRPr>
            </a:lvl1pPr>
          </a:lstStyle>
          <a:p>
            <a:r>
              <a:rPr lang="en-US" dirty="0"/>
              <a:t>Pitch deck</a:t>
            </a:r>
          </a:p>
        </p:txBody>
      </p:sp>
      <p:sp>
        <p:nvSpPr>
          <p:cNvPr id="5" name="Slide Number Placeholder 4">
            <a:extLst>
              <a:ext uri="{FF2B5EF4-FFF2-40B4-BE49-F238E27FC236}">
                <a16:creationId xmlns:a16="http://schemas.microsoft.com/office/drawing/2014/main" id="{05DC939B-94C9-4FF9-B0C8-1149DEFA6CF8}"/>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11" name="Picture Placeholder 10">
            <a:extLst>
              <a:ext uri="{FF2B5EF4-FFF2-40B4-BE49-F238E27FC236}">
                <a16:creationId xmlns:a16="http://schemas.microsoft.com/office/drawing/2014/main" id="{0439DA59-3D52-4E19-81F6-B5ABF87E1D86}"/>
              </a:ext>
            </a:extLst>
          </p:cNvPr>
          <p:cNvSpPr>
            <a:spLocks noGrp="1"/>
          </p:cNvSpPr>
          <p:nvPr>
            <p:ph type="pic" sz="quarter" idx="13"/>
          </p:nvPr>
        </p:nvSpPr>
        <p:spPr>
          <a:xfrm>
            <a:off x="604520" y="518474"/>
            <a:ext cx="2743200" cy="2743200"/>
          </a:xfrm>
        </p:spPr>
        <p:txBody>
          <a:bodyPr/>
          <a:lstStyle/>
          <a:p>
            <a:r>
              <a:rPr lang="en-US"/>
              <a:t>Click icon to add picture</a:t>
            </a:r>
            <a:endParaRPr lang="en-US" dirty="0"/>
          </a:p>
        </p:txBody>
      </p:sp>
      <p:sp>
        <p:nvSpPr>
          <p:cNvPr id="14" name="Picture Placeholder 10">
            <a:extLst>
              <a:ext uri="{FF2B5EF4-FFF2-40B4-BE49-F238E27FC236}">
                <a16:creationId xmlns:a16="http://schemas.microsoft.com/office/drawing/2014/main" id="{5C9FFDAF-229D-4FED-B81C-20FB820A0E2F}"/>
              </a:ext>
            </a:extLst>
          </p:cNvPr>
          <p:cNvSpPr>
            <a:spLocks noGrp="1"/>
          </p:cNvSpPr>
          <p:nvPr>
            <p:ph type="pic" sz="quarter" idx="14"/>
          </p:nvPr>
        </p:nvSpPr>
        <p:spPr>
          <a:xfrm>
            <a:off x="3347720" y="518474"/>
            <a:ext cx="2743200" cy="2743200"/>
          </a:xfrm>
        </p:spPr>
        <p:txBody>
          <a:bodyPr/>
          <a:lstStyle/>
          <a:p>
            <a:r>
              <a:rPr lang="en-US"/>
              <a:t>Click icon to add picture</a:t>
            </a:r>
            <a:endParaRPr lang="en-US" dirty="0"/>
          </a:p>
        </p:txBody>
      </p:sp>
      <p:sp>
        <p:nvSpPr>
          <p:cNvPr id="15" name="Picture Placeholder 10">
            <a:extLst>
              <a:ext uri="{FF2B5EF4-FFF2-40B4-BE49-F238E27FC236}">
                <a16:creationId xmlns:a16="http://schemas.microsoft.com/office/drawing/2014/main" id="{DEC1D1B6-BF8B-41EF-B2E1-ED1471B19F25}"/>
              </a:ext>
            </a:extLst>
          </p:cNvPr>
          <p:cNvSpPr>
            <a:spLocks noGrp="1"/>
          </p:cNvSpPr>
          <p:nvPr>
            <p:ph type="pic" sz="quarter" idx="15"/>
          </p:nvPr>
        </p:nvSpPr>
        <p:spPr>
          <a:xfrm>
            <a:off x="6090920" y="518474"/>
            <a:ext cx="2743200" cy="2743200"/>
          </a:xfrm>
        </p:spPr>
        <p:txBody>
          <a:bodyPr/>
          <a:lstStyle/>
          <a:p>
            <a:r>
              <a:rPr lang="en-US"/>
              <a:t>Click icon to add picture</a:t>
            </a:r>
            <a:endParaRPr lang="en-US" dirty="0"/>
          </a:p>
        </p:txBody>
      </p:sp>
      <p:sp>
        <p:nvSpPr>
          <p:cNvPr id="16" name="Picture Placeholder 10">
            <a:extLst>
              <a:ext uri="{FF2B5EF4-FFF2-40B4-BE49-F238E27FC236}">
                <a16:creationId xmlns:a16="http://schemas.microsoft.com/office/drawing/2014/main" id="{686FC79D-5E8C-4928-AEB6-5F8C282E3C75}"/>
              </a:ext>
            </a:extLst>
          </p:cNvPr>
          <p:cNvSpPr>
            <a:spLocks noGrp="1"/>
          </p:cNvSpPr>
          <p:nvPr>
            <p:ph type="pic" sz="quarter" idx="16"/>
          </p:nvPr>
        </p:nvSpPr>
        <p:spPr>
          <a:xfrm>
            <a:off x="8834120" y="518474"/>
            <a:ext cx="2743200" cy="2743200"/>
          </a:xfrm>
        </p:spPr>
        <p:txBody>
          <a:bodyPr/>
          <a:lstStyle/>
          <a:p>
            <a:r>
              <a:rPr lang="en-US"/>
              <a:t>Click icon to add picture</a:t>
            </a:r>
            <a:endParaRPr lang="en-US" dirty="0"/>
          </a:p>
        </p:txBody>
      </p:sp>
      <p:sp>
        <p:nvSpPr>
          <p:cNvPr id="18" name="Text Placeholder 8">
            <a:extLst>
              <a:ext uri="{FF2B5EF4-FFF2-40B4-BE49-F238E27FC236}">
                <a16:creationId xmlns:a16="http://schemas.microsoft.com/office/drawing/2014/main" id="{1BB6C15B-8373-47B7-B8A7-194BD68DDFD3}"/>
              </a:ext>
            </a:extLst>
          </p:cNvPr>
          <p:cNvSpPr>
            <a:spLocks noGrp="1"/>
          </p:cNvSpPr>
          <p:nvPr>
            <p:ph type="body" sz="quarter" idx="33" hasCustomPrompt="1"/>
          </p:nvPr>
        </p:nvSpPr>
        <p:spPr>
          <a:xfrm>
            <a:off x="604520" y="5229500"/>
            <a:ext cx="2743200" cy="422721"/>
          </a:xfrm>
        </p:spPr>
        <p:txBody>
          <a:bodyPr anchor="ctr">
            <a:noAutofit/>
          </a:bodyPr>
          <a:lstStyle>
            <a:lvl1pPr marL="0" indent="0" algn="ctr">
              <a:buFont typeface="Arial" panose="020B0604020202020204" pitchFamily="34" charset="0"/>
              <a:buNone/>
              <a:defRPr lang="en-ZA" sz="1600" kern="1200" dirty="0">
                <a:solidFill>
                  <a:schemeClr val="accent1"/>
                </a:solidFill>
                <a:latin typeface="+mj-lt"/>
                <a:ea typeface="+mn-ea"/>
                <a:cs typeface="+mn-cs"/>
              </a:defRPr>
            </a:lvl1pPr>
          </a:lstStyle>
          <a:p>
            <a:pPr lvl="0"/>
            <a:r>
              <a:rPr lang="en-US"/>
              <a:t>Name</a:t>
            </a:r>
            <a:endParaRPr lang="en-ZA"/>
          </a:p>
        </p:txBody>
      </p:sp>
      <p:sp>
        <p:nvSpPr>
          <p:cNvPr id="19" name="Text Placeholder 10">
            <a:extLst>
              <a:ext uri="{FF2B5EF4-FFF2-40B4-BE49-F238E27FC236}">
                <a16:creationId xmlns:a16="http://schemas.microsoft.com/office/drawing/2014/main" id="{61C257EA-B130-4866-8A65-1EF11737168F}"/>
              </a:ext>
            </a:extLst>
          </p:cNvPr>
          <p:cNvSpPr>
            <a:spLocks noGrp="1"/>
          </p:cNvSpPr>
          <p:nvPr>
            <p:ph type="body" sz="quarter" idx="34" hasCustomPrompt="1"/>
          </p:nvPr>
        </p:nvSpPr>
        <p:spPr>
          <a:xfrm>
            <a:off x="604520" y="5693075"/>
            <a:ext cx="2743200" cy="365125"/>
          </a:xfrm>
        </p:spPr>
        <p:txBody>
          <a:bodyPr>
            <a:normAutofit/>
          </a:bodyPr>
          <a:lstStyle>
            <a:lvl1pPr marL="0" indent="0" algn="ctr">
              <a:buNone/>
              <a:defRPr lang="en-ZA" sz="1200" kern="1200" dirty="0">
                <a:solidFill>
                  <a:schemeClr val="accent1"/>
                </a:solidFill>
                <a:latin typeface="+mn-lt"/>
                <a:ea typeface="+mn-ea"/>
                <a:cs typeface="+mn-cs"/>
              </a:defRPr>
            </a:lvl1pPr>
          </a:lstStyle>
          <a:p>
            <a:pPr lvl="0"/>
            <a:r>
              <a:rPr lang="en-US"/>
              <a:t>Title</a:t>
            </a:r>
            <a:endParaRPr lang="en-ZA"/>
          </a:p>
        </p:txBody>
      </p:sp>
      <p:sp>
        <p:nvSpPr>
          <p:cNvPr id="20" name="Text Placeholder 8">
            <a:extLst>
              <a:ext uri="{FF2B5EF4-FFF2-40B4-BE49-F238E27FC236}">
                <a16:creationId xmlns:a16="http://schemas.microsoft.com/office/drawing/2014/main" id="{9C2B29A0-592A-4DF1-809E-B5265DACA3A6}"/>
              </a:ext>
            </a:extLst>
          </p:cNvPr>
          <p:cNvSpPr>
            <a:spLocks noGrp="1"/>
          </p:cNvSpPr>
          <p:nvPr>
            <p:ph type="body" sz="quarter" idx="35" hasCustomPrompt="1"/>
          </p:nvPr>
        </p:nvSpPr>
        <p:spPr>
          <a:xfrm>
            <a:off x="8834120" y="5224905"/>
            <a:ext cx="2753360" cy="422721"/>
          </a:xfrm>
        </p:spPr>
        <p:txBody>
          <a:bodyPr anchor="ctr">
            <a:noAutofit/>
          </a:bodyPr>
          <a:lstStyle>
            <a:lvl1pPr marL="0" indent="0" algn="ctr">
              <a:buFont typeface="Arial" panose="020B0604020202020204" pitchFamily="34" charset="0"/>
              <a:buNone/>
              <a:defRPr sz="1600">
                <a:solidFill>
                  <a:schemeClr val="accent1"/>
                </a:solidFill>
                <a:latin typeface="+mj-lt"/>
              </a:defRPr>
            </a:lvl1pPr>
          </a:lstStyle>
          <a:p>
            <a:pPr lvl="0"/>
            <a:r>
              <a:rPr lang="en-US"/>
              <a:t>Name</a:t>
            </a:r>
            <a:endParaRPr lang="en-ZA"/>
          </a:p>
        </p:txBody>
      </p:sp>
      <p:sp>
        <p:nvSpPr>
          <p:cNvPr id="21" name="Text Placeholder 10">
            <a:extLst>
              <a:ext uri="{FF2B5EF4-FFF2-40B4-BE49-F238E27FC236}">
                <a16:creationId xmlns:a16="http://schemas.microsoft.com/office/drawing/2014/main" id="{203C6378-59CC-47B4-9E9F-BAC6C2C389E2}"/>
              </a:ext>
            </a:extLst>
          </p:cNvPr>
          <p:cNvSpPr>
            <a:spLocks noGrp="1"/>
          </p:cNvSpPr>
          <p:nvPr>
            <p:ph type="body" sz="quarter" idx="36" hasCustomPrompt="1"/>
          </p:nvPr>
        </p:nvSpPr>
        <p:spPr>
          <a:xfrm>
            <a:off x="8834120" y="5688480"/>
            <a:ext cx="2753360" cy="365125"/>
          </a:xfrm>
        </p:spPr>
        <p:txBody>
          <a:bodyPr>
            <a:normAutofit/>
          </a:bodyPr>
          <a:lstStyle>
            <a:lvl1pPr marL="0" indent="0" algn="ctr">
              <a:buNone/>
              <a:defRPr sz="1200">
                <a:solidFill>
                  <a:schemeClr val="accent1"/>
                </a:solidFill>
              </a:defRPr>
            </a:lvl1pPr>
          </a:lstStyle>
          <a:p>
            <a:pPr lvl="0"/>
            <a:r>
              <a:rPr lang="en-US"/>
              <a:t>Title</a:t>
            </a:r>
            <a:endParaRPr lang="en-ZA"/>
          </a:p>
        </p:txBody>
      </p:sp>
      <p:sp>
        <p:nvSpPr>
          <p:cNvPr id="22" name="Text Placeholder 8">
            <a:extLst>
              <a:ext uri="{FF2B5EF4-FFF2-40B4-BE49-F238E27FC236}">
                <a16:creationId xmlns:a16="http://schemas.microsoft.com/office/drawing/2014/main" id="{448AA424-5B3D-40C4-BBDC-2C338C03859C}"/>
              </a:ext>
            </a:extLst>
          </p:cNvPr>
          <p:cNvSpPr>
            <a:spLocks noGrp="1"/>
          </p:cNvSpPr>
          <p:nvPr>
            <p:ph type="body" sz="quarter" idx="37" hasCustomPrompt="1"/>
          </p:nvPr>
        </p:nvSpPr>
        <p:spPr>
          <a:xfrm>
            <a:off x="3347720" y="5229500"/>
            <a:ext cx="2743200" cy="422721"/>
          </a:xfrm>
        </p:spPr>
        <p:txBody>
          <a:bodyPr anchor="ctr">
            <a:noAutofit/>
          </a:bodyPr>
          <a:lstStyle>
            <a:lvl1pPr marL="0" indent="0" algn="ctr">
              <a:buFont typeface="Arial" panose="020B0604020202020204" pitchFamily="34" charset="0"/>
              <a:buNone/>
              <a:defRPr sz="1600">
                <a:solidFill>
                  <a:schemeClr val="accent1"/>
                </a:solidFill>
                <a:latin typeface="+mj-lt"/>
              </a:defRPr>
            </a:lvl1pPr>
          </a:lstStyle>
          <a:p>
            <a:pPr lvl="0"/>
            <a:r>
              <a:rPr lang="en-US"/>
              <a:t>Name</a:t>
            </a:r>
            <a:endParaRPr lang="en-ZA"/>
          </a:p>
        </p:txBody>
      </p:sp>
      <p:sp>
        <p:nvSpPr>
          <p:cNvPr id="23" name="Text Placeholder 10">
            <a:extLst>
              <a:ext uri="{FF2B5EF4-FFF2-40B4-BE49-F238E27FC236}">
                <a16:creationId xmlns:a16="http://schemas.microsoft.com/office/drawing/2014/main" id="{B9AE277D-FC5E-4B64-A3FA-A9BD4919D97E}"/>
              </a:ext>
            </a:extLst>
          </p:cNvPr>
          <p:cNvSpPr>
            <a:spLocks noGrp="1"/>
          </p:cNvSpPr>
          <p:nvPr>
            <p:ph type="body" sz="quarter" idx="38" hasCustomPrompt="1"/>
          </p:nvPr>
        </p:nvSpPr>
        <p:spPr>
          <a:xfrm>
            <a:off x="3347720" y="5693075"/>
            <a:ext cx="2743200" cy="365125"/>
          </a:xfrm>
        </p:spPr>
        <p:txBody>
          <a:bodyPr>
            <a:normAutofit/>
          </a:bodyPr>
          <a:lstStyle>
            <a:lvl1pPr marL="0" indent="0" algn="ctr">
              <a:buNone/>
              <a:defRPr sz="1200">
                <a:solidFill>
                  <a:schemeClr val="accent1"/>
                </a:solidFill>
              </a:defRPr>
            </a:lvl1pPr>
          </a:lstStyle>
          <a:p>
            <a:pPr lvl="0"/>
            <a:r>
              <a:rPr lang="en-US"/>
              <a:t>Title</a:t>
            </a:r>
            <a:endParaRPr lang="en-ZA"/>
          </a:p>
        </p:txBody>
      </p:sp>
      <p:sp>
        <p:nvSpPr>
          <p:cNvPr id="24" name="Text Placeholder 8">
            <a:extLst>
              <a:ext uri="{FF2B5EF4-FFF2-40B4-BE49-F238E27FC236}">
                <a16:creationId xmlns:a16="http://schemas.microsoft.com/office/drawing/2014/main" id="{4FC21568-200C-4310-B462-B36358C4D233}"/>
              </a:ext>
            </a:extLst>
          </p:cNvPr>
          <p:cNvSpPr>
            <a:spLocks noGrp="1"/>
          </p:cNvSpPr>
          <p:nvPr>
            <p:ph type="body" sz="quarter" idx="39" hasCustomPrompt="1"/>
          </p:nvPr>
        </p:nvSpPr>
        <p:spPr>
          <a:xfrm>
            <a:off x="6101082" y="5229500"/>
            <a:ext cx="2733038" cy="422721"/>
          </a:xfrm>
        </p:spPr>
        <p:txBody>
          <a:bodyPr anchor="ctr">
            <a:noAutofit/>
          </a:bodyPr>
          <a:lstStyle>
            <a:lvl1pPr marL="0" indent="0" algn="ctr">
              <a:buFont typeface="Arial" panose="020B0604020202020204" pitchFamily="34" charset="0"/>
              <a:buNone/>
              <a:defRPr sz="1600">
                <a:solidFill>
                  <a:schemeClr val="accent1"/>
                </a:solidFill>
                <a:latin typeface="+mj-lt"/>
              </a:defRPr>
            </a:lvl1pPr>
          </a:lstStyle>
          <a:p>
            <a:pPr lvl="0"/>
            <a:r>
              <a:rPr lang="en-US"/>
              <a:t>Name</a:t>
            </a:r>
            <a:endParaRPr lang="en-ZA"/>
          </a:p>
        </p:txBody>
      </p:sp>
      <p:sp>
        <p:nvSpPr>
          <p:cNvPr id="25" name="Text Placeholder 10">
            <a:extLst>
              <a:ext uri="{FF2B5EF4-FFF2-40B4-BE49-F238E27FC236}">
                <a16:creationId xmlns:a16="http://schemas.microsoft.com/office/drawing/2014/main" id="{B24FCA02-7F7F-4B5F-833A-CE244C22096F}"/>
              </a:ext>
            </a:extLst>
          </p:cNvPr>
          <p:cNvSpPr>
            <a:spLocks noGrp="1"/>
          </p:cNvSpPr>
          <p:nvPr>
            <p:ph type="body" sz="quarter" idx="40" hasCustomPrompt="1"/>
          </p:nvPr>
        </p:nvSpPr>
        <p:spPr>
          <a:xfrm>
            <a:off x="6101082" y="5693075"/>
            <a:ext cx="2733038" cy="365125"/>
          </a:xfrm>
        </p:spPr>
        <p:txBody>
          <a:bodyPr>
            <a:normAutofit/>
          </a:bodyPr>
          <a:lstStyle>
            <a:lvl1pPr marL="0" indent="0" algn="ctr">
              <a:buNone/>
              <a:defRPr sz="1200">
                <a:solidFill>
                  <a:schemeClr val="accent1"/>
                </a:solidFill>
              </a:defRPr>
            </a:lvl1pPr>
          </a:lstStyle>
          <a:p>
            <a:pPr lvl="0"/>
            <a:r>
              <a:rPr lang="en-US"/>
              <a:t>Title</a:t>
            </a:r>
            <a:endParaRPr lang="en-ZA"/>
          </a:p>
        </p:txBody>
      </p:sp>
    </p:spTree>
    <p:extLst>
      <p:ext uri="{BB962C8B-B14F-4D97-AF65-F5344CB8AC3E}">
        <p14:creationId xmlns:p14="http://schemas.microsoft.com/office/powerpoint/2010/main" val="3082658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am - 8 up">
    <p:bg>
      <p:bgPr>
        <a:solidFill>
          <a:schemeClr val="accent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2722E05-40B7-4586-82D6-7C5F7330DF5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713740" y="1737360"/>
            <a:ext cx="10764520" cy="1741253"/>
          </a:xfrm>
          <a:prstGeom prst="rect">
            <a:avLst/>
          </a:prstGeom>
        </p:spPr>
      </p:pic>
      <p:sp>
        <p:nvSpPr>
          <p:cNvPr id="11" name="Picture Placeholder 10">
            <a:extLst>
              <a:ext uri="{FF2B5EF4-FFF2-40B4-BE49-F238E27FC236}">
                <a16:creationId xmlns:a16="http://schemas.microsoft.com/office/drawing/2014/main" id="{0439DA59-3D52-4E19-81F6-B5ABF87E1D86}"/>
              </a:ext>
            </a:extLst>
          </p:cNvPr>
          <p:cNvSpPr>
            <a:spLocks noGrp="1"/>
          </p:cNvSpPr>
          <p:nvPr>
            <p:ph type="pic" sz="quarter" idx="13"/>
          </p:nvPr>
        </p:nvSpPr>
        <p:spPr>
          <a:xfrm>
            <a:off x="924561" y="1967906"/>
            <a:ext cx="1280160" cy="1280160"/>
          </a:xfrm>
        </p:spPr>
        <p:txBody>
          <a:bodyPr>
            <a:normAutofit/>
          </a:bodyPr>
          <a:lstStyle>
            <a:lvl1pPr marL="0" indent="0">
              <a:buNone/>
              <a:defRPr sz="1800"/>
            </a:lvl1pPr>
          </a:lstStyle>
          <a:p>
            <a:r>
              <a:rPr lang="en-US"/>
              <a:t>Click icon to add picture</a:t>
            </a:r>
            <a:endParaRPr lang="en-US" dirty="0"/>
          </a:p>
        </p:txBody>
      </p:sp>
      <p:sp>
        <p:nvSpPr>
          <p:cNvPr id="14" name="Picture Placeholder 10">
            <a:extLst>
              <a:ext uri="{FF2B5EF4-FFF2-40B4-BE49-F238E27FC236}">
                <a16:creationId xmlns:a16="http://schemas.microsoft.com/office/drawing/2014/main" id="{5C9FFDAF-229D-4FED-B81C-20FB820A0E2F}"/>
              </a:ext>
            </a:extLst>
          </p:cNvPr>
          <p:cNvSpPr>
            <a:spLocks noGrp="1"/>
          </p:cNvSpPr>
          <p:nvPr>
            <p:ph type="pic" sz="quarter" idx="14"/>
          </p:nvPr>
        </p:nvSpPr>
        <p:spPr>
          <a:xfrm>
            <a:off x="2218029" y="1967906"/>
            <a:ext cx="1280160" cy="1280160"/>
          </a:xfrm>
        </p:spPr>
        <p:txBody>
          <a:bodyPr>
            <a:normAutofit/>
          </a:bodyPr>
          <a:lstStyle>
            <a:lvl1pPr marL="0" indent="0">
              <a:buNone/>
              <a:defRPr sz="1800"/>
            </a:lvl1pPr>
          </a:lstStyle>
          <a:p>
            <a:r>
              <a:rPr lang="en-US"/>
              <a:t>Click icon to add picture</a:t>
            </a:r>
            <a:endParaRPr lang="en-US" dirty="0"/>
          </a:p>
        </p:txBody>
      </p:sp>
      <p:sp>
        <p:nvSpPr>
          <p:cNvPr id="15" name="Picture Placeholder 10">
            <a:extLst>
              <a:ext uri="{FF2B5EF4-FFF2-40B4-BE49-F238E27FC236}">
                <a16:creationId xmlns:a16="http://schemas.microsoft.com/office/drawing/2014/main" id="{DEC1D1B6-BF8B-41EF-B2E1-ED1471B19F25}"/>
              </a:ext>
            </a:extLst>
          </p:cNvPr>
          <p:cNvSpPr>
            <a:spLocks noGrp="1"/>
          </p:cNvSpPr>
          <p:nvPr>
            <p:ph type="pic" sz="quarter" idx="15"/>
          </p:nvPr>
        </p:nvSpPr>
        <p:spPr>
          <a:xfrm>
            <a:off x="3511497" y="1967906"/>
            <a:ext cx="1280160" cy="1280160"/>
          </a:xfrm>
        </p:spPr>
        <p:txBody>
          <a:bodyPr>
            <a:normAutofit/>
          </a:bodyPr>
          <a:lstStyle>
            <a:lvl1pPr marL="0" indent="0">
              <a:buNone/>
              <a:defRPr sz="1800"/>
            </a:lvl1pPr>
          </a:lstStyle>
          <a:p>
            <a:r>
              <a:rPr lang="en-US"/>
              <a:t>Click icon to add picture</a:t>
            </a:r>
            <a:endParaRPr lang="en-US" dirty="0"/>
          </a:p>
        </p:txBody>
      </p:sp>
      <p:sp>
        <p:nvSpPr>
          <p:cNvPr id="16" name="Picture Placeholder 10">
            <a:extLst>
              <a:ext uri="{FF2B5EF4-FFF2-40B4-BE49-F238E27FC236}">
                <a16:creationId xmlns:a16="http://schemas.microsoft.com/office/drawing/2014/main" id="{686FC79D-5E8C-4928-AEB6-5F8C282E3C75}"/>
              </a:ext>
            </a:extLst>
          </p:cNvPr>
          <p:cNvSpPr>
            <a:spLocks noGrp="1"/>
          </p:cNvSpPr>
          <p:nvPr>
            <p:ph type="pic" sz="quarter" idx="16"/>
          </p:nvPr>
        </p:nvSpPr>
        <p:spPr>
          <a:xfrm>
            <a:off x="4804965" y="1967906"/>
            <a:ext cx="1280160" cy="1280160"/>
          </a:xfrm>
        </p:spPr>
        <p:txBody>
          <a:bodyPr>
            <a:normAutofit/>
          </a:bodyPr>
          <a:lstStyle>
            <a:lvl1pPr marL="0" indent="0">
              <a:buNone/>
              <a:defRPr sz="1800"/>
            </a:lvl1pPr>
          </a:lstStyle>
          <a:p>
            <a:r>
              <a:rPr lang="en-US"/>
              <a:t>Click icon to add picture</a:t>
            </a:r>
            <a:endParaRPr lang="en-US" dirty="0"/>
          </a:p>
        </p:txBody>
      </p:sp>
      <p:sp>
        <p:nvSpPr>
          <p:cNvPr id="18" name="Text Placeholder 8">
            <a:extLst>
              <a:ext uri="{FF2B5EF4-FFF2-40B4-BE49-F238E27FC236}">
                <a16:creationId xmlns:a16="http://schemas.microsoft.com/office/drawing/2014/main" id="{1BB6C15B-8373-47B7-B8A7-194BD68DDFD3}"/>
              </a:ext>
            </a:extLst>
          </p:cNvPr>
          <p:cNvSpPr>
            <a:spLocks noGrp="1"/>
          </p:cNvSpPr>
          <p:nvPr>
            <p:ph type="body" sz="quarter" idx="33" hasCustomPrompt="1"/>
          </p:nvPr>
        </p:nvSpPr>
        <p:spPr>
          <a:xfrm>
            <a:off x="65955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19" name="Text Placeholder 10">
            <a:extLst>
              <a:ext uri="{FF2B5EF4-FFF2-40B4-BE49-F238E27FC236}">
                <a16:creationId xmlns:a16="http://schemas.microsoft.com/office/drawing/2014/main" id="{61C257EA-B130-4866-8A65-1EF11737168F}"/>
              </a:ext>
            </a:extLst>
          </p:cNvPr>
          <p:cNvSpPr>
            <a:spLocks noGrp="1"/>
          </p:cNvSpPr>
          <p:nvPr>
            <p:ph type="body" sz="quarter" idx="34" hasCustomPrompt="1"/>
          </p:nvPr>
        </p:nvSpPr>
        <p:spPr>
          <a:xfrm>
            <a:off x="65955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26" name="Picture Placeholder 10">
            <a:extLst>
              <a:ext uri="{FF2B5EF4-FFF2-40B4-BE49-F238E27FC236}">
                <a16:creationId xmlns:a16="http://schemas.microsoft.com/office/drawing/2014/main" id="{6BF177F2-C312-4467-A8E7-2F7C06DF7D6E}"/>
              </a:ext>
            </a:extLst>
          </p:cNvPr>
          <p:cNvSpPr>
            <a:spLocks noGrp="1"/>
          </p:cNvSpPr>
          <p:nvPr>
            <p:ph type="pic" sz="quarter" idx="41"/>
          </p:nvPr>
        </p:nvSpPr>
        <p:spPr>
          <a:xfrm>
            <a:off x="6098433" y="1967906"/>
            <a:ext cx="1280160" cy="1280160"/>
          </a:xfrm>
        </p:spPr>
        <p:txBody>
          <a:bodyPr>
            <a:normAutofit/>
          </a:bodyPr>
          <a:lstStyle>
            <a:lvl1pPr marL="0" indent="0">
              <a:buNone/>
              <a:defRPr sz="1800"/>
            </a:lvl1pPr>
          </a:lstStyle>
          <a:p>
            <a:r>
              <a:rPr lang="en-US"/>
              <a:t>Click icon to add picture</a:t>
            </a:r>
            <a:endParaRPr lang="en-US" dirty="0"/>
          </a:p>
        </p:txBody>
      </p:sp>
      <p:sp>
        <p:nvSpPr>
          <p:cNvPr id="27" name="Picture Placeholder 10">
            <a:extLst>
              <a:ext uri="{FF2B5EF4-FFF2-40B4-BE49-F238E27FC236}">
                <a16:creationId xmlns:a16="http://schemas.microsoft.com/office/drawing/2014/main" id="{5D26BA3A-860A-4168-9872-0A0D22BEA7AB}"/>
              </a:ext>
            </a:extLst>
          </p:cNvPr>
          <p:cNvSpPr>
            <a:spLocks noGrp="1"/>
          </p:cNvSpPr>
          <p:nvPr>
            <p:ph type="pic" sz="quarter" idx="42"/>
          </p:nvPr>
        </p:nvSpPr>
        <p:spPr>
          <a:xfrm>
            <a:off x="7391901" y="1967906"/>
            <a:ext cx="1280160" cy="1280160"/>
          </a:xfrm>
        </p:spPr>
        <p:txBody>
          <a:bodyPr>
            <a:normAutofit/>
          </a:bodyPr>
          <a:lstStyle>
            <a:lvl1pPr marL="0" indent="0">
              <a:buNone/>
              <a:defRPr sz="1800"/>
            </a:lvl1pPr>
          </a:lstStyle>
          <a:p>
            <a:r>
              <a:rPr lang="en-US"/>
              <a:t>Click icon to add picture</a:t>
            </a:r>
            <a:endParaRPr lang="en-US" dirty="0"/>
          </a:p>
        </p:txBody>
      </p:sp>
      <p:sp>
        <p:nvSpPr>
          <p:cNvPr id="28" name="Picture Placeholder 10">
            <a:extLst>
              <a:ext uri="{FF2B5EF4-FFF2-40B4-BE49-F238E27FC236}">
                <a16:creationId xmlns:a16="http://schemas.microsoft.com/office/drawing/2014/main" id="{A95FA78C-CC95-43FC-8BB5-17A796D7B9E0}"/>
              </a:ext>
            </a:extLst>
          </p:cNvPr>
          <p:cNvSpPr>
            <a:spLocks noGrp="1"/>
          </p:cNvSpPr>
          <p:nvPr>
            <p:ph type="pic" sz="quarter" idx="43"/>
          </p:nvPr>
        </p:nvSpPr>
        <p:spPr>
          <a:xfrm>
            <a:off x="8685369" y="1967906"/>
            <a:ext cx="1280160" cy="1280160"/>
          </a:xfrm>
        </p:spPr>
        <p:txBody>
          <a:bodyPr>
            <a:normAutofit/>
          </a:bodyPr>
          <a:lstStyle>
            <a:lvl1pPr marL="0" indent="0">
              <a:buNone/>
              <a:defRPr sz="1800"/>
            </a:lvl1pPr>
          </a:lstStyle>
          <a:p>
            <a:r>
              <a:rPr lang="en-US"/>
              <a:t>Click icon to add picture</a:t>
            </a:r>
            <a:endParaRPr lang="en-US" dirty="0"/>
          </a:p>
        </p:txBody>
      </p:sp>
      <p:sp>
        <p:nvSpPr>
          <p:cNvPr id="29" name="Picture Placeholder 10">
            <a:extLst>
              <a:ext uri="{FF2B5EF4-FFF2-40B4-BE49-F238E27FC236}">
                <a16:creationId xmlns:a16="http://schemas.microsoft.com/office/drawing/2014/main" id="{7EA70B51-4FF2-42F8-BAFF-83B593ADB78D}"/>
              </a:ext>
            </a:extLst>
          </p:cNvPr>
          <p:cNvSpPr>
            <a:spLocks noGrp="1"/>
          </p:cNvSpPr>
          <p:nvPr>
            <p:ph type="pic" sz="quarter" idx="44"/>
          </p:nvPr>
        </p:nvSpPr>
        <p:spPr>
          <a:xfrm>
            <a:off x="9978838" y="1967906"/>
            <a:ext cx="1280160" cy="1280160"/>
          </a:xfrm>
        </p:spPr>
        <p:txBody>
          <a:bodyPr>
            <a:normAutofit/>
          </a:bodyPr>
          <a:lstStyle>
            <a:lvl1pPr marL="0" indent="0">
              <a:buNone/>
              <a:defRPr sz="1800"/>
            </a:lvl1pPr>
          </a:lstStyle>
          <a:p>
            <a:r>
              <a:rPr lang="en-US"/>
              <a:t>Click icon to add picture</a:t>
            </a:r>
            <a:endParaRPr lang="en-US" dirty="0"/>
          </a:p>
        </p:txBody>
      </p:sp>
      <p:sp>
        <p:nvSpPr>
          <p:cNvPr id="30" name="Title 1">
            <a:extLst>
              <a:ext uri="{FF2B5EF4-FFF2-40B4-BE49-F238E27FC236}">
                <a16:creationId xmlns:a16="http://schemas.microsoft.com/office/drawing/2014/main" id="{708EF00C-774E-4D73-AFEF-EEC6196DC7D3}"/>
              </a:ext>
            </a:extLst>
          </p:cNvPr>
          <p:cNvSpPr>
            <a:spLocks noGrp="1"/>
          </p:cNvSpPr>
          <p:nvPr>
            <p:ph type="title"/>
          </p:nvPr>
        </p:nvSpPr>
        <p:spPr>
          <a:xfrm>
            <a:off x="713740" y="365125"/>
            <a:ext cx="10764520" cy="1325563"/>
          </a:xfrm>
        </p:spPr>
        <p:txBody>
          <a:bodyPr/>
          <a:lstStyle>
            <a:lvl1pPr algn="ctr">
              <a:defRPr>
                <a:solidFill>
                  <a:schemeClr val="accent3"/>
                </a:solidFill>
              </a:defRPr>
            </a:lvl1pPr>
          </a:lstStyle>
          <a:p>
            <a:r>
              <a:rPr lang="en-US"/>
              <a:t>Click to edit Master title style</a:t>
            </a:r>
            <a:endParaRPr lang="en-ZA"/>
          </a:p>
        </p:txBody>
      </p:sp>
      <p:sp>
        <p:nvSpPr>
          <p:cNvPr id="31" name="Text Placeholder 8">
            <a:extLst>
              <a:ext uri="{FF2B5EF4-FFF2-40B4-BE49-F238E27FC236}">
                <a16:creationId xmlns:a16="http://schemas.microsoft.com/office/drawing/2014/main" id="{7633A346-456C-4917-800A-85F73F876E77}"/>
              </a:ext>
            </a:extLst>
          </p:cNvPr>
          <p:cNvSpPr>
            <a:spLocks noGrp="1"/>
          </p:cNvSpPr>
          <p:nvPr>
            <p:ph type="body" sz="quarter" idx="45" hasCustomPrompt="1"/>
          </p:nvPr>
        </p:nvSpPr>
        <p:spPr>
          <a:xfrm>
            <a:off x="324019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2" name="Text Placeholder 10">
            <a:extLst>
              <a:ext uri="{FF2B5EF4-FFF2-40B4-BE49-F238E27FC236}">
                <a16:creationId xmlns:a16="http://schemas.microsoft.com/office/drawing/2014/main" id="{E0C31CC6-C8A8-4831-94CD-366DC97C2B15}"/>
              </a:ext>
            </a:extLst>
          </p:cNvPr>
          <p:cNvSpPr>
            <a:spLocks noGrp="1"/>
          </p:cNvSpPr>
          <p:nvPr>
            <p:ph type="body" sz="quarter" idx="46" hasCustomPrompt="1"/>
          </p:nvPr>
        </p:nvSpPr>
        <p:spPr>
          <a:xfrm>
            <a:off x="324019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3" name="Text Placeholder 8">
            <a:extLst>
              <a:ext uri="{FF2B5EF4-FFF2-40B4-BE49-F238E27FC236}">
                <a16:creationId xmlns:a16="http://schemas.microsoft.com/office/drawing/2014/main" id="{CB652A06-2CE0-42F0-8186-DBBD4219FC86}"/>
              </a:ext>
            </a:extLst>
          </p:cNvPr>
          <p:cNvSpPr>
            <a:spLocks noGrp="1"/>
          </p:cNvSpPr>
          <p:nvPr>
            <p:ph type="body" sz="quarter" idx="47" hasCustomPrompt="1"/>
          </p:nvPr>
        </p:nvSpPr>
        <p:spPr>
          <a:xfrm>
            <a:off x="582083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4" name="Text Placeholder 10">
            <a:extLst>
              <a:ext uri="{FF2B5EF4-FFF2-40B4-BE49-F238E27FC236}">
                <a16:creationId xmlns:a16="http://schemas.microsoft.com/office/drawing/2014/main" id="{CE6091FC-D3C2-46A7-9A51-90A64C97CF87}"/>
              </a:ext>
            </a:extLst>
          </p:cNvPr>
          <p:cNvSpPr>
            <a:spLocks noGrp="1"/>
          </p:cNvSpPr>
          <p:nvPr>
            <p:ph type="body" sz="quarter" idx="48" hasCustomPrompt="1"/>
          </p:nvPr>
        </p:nvSpPr>
        <p:spPr>
          <a:xfrm>
            <a:off x="582083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5" name="Text Placeholder 8">
            <a:extLst>
              <a:ext uri="{FF2B5EF4-FFF2-40B4-BE49-F238E27FC236}">
                <a16:creationId xmlns:a16="http://schemas.microsoft.com/office/drawing/2014/main" id="{B663F697-5494-47B5-8888-F76EE36A561E}"/>
              </a:ext>
            </a:extLst>
          </p:cNvPr>
          <p:cNvSpPr>
            <a:spLocks noGrp="1"/>
          </p:cNvSpPr>
          <p:nvPr>
            <p:ph type="body" sz="quarter" idx="49" hasCustomPrompt="1"/>
          </p:nvPr>
        </p:nvSpPr>
        <p:spPr>
          <a:xfrm>
            <a:off x="8401471" y="3921355"/>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6" name="Text Placeholder 10">
            <a:extLst>
              <a:ext uri="{FF2B5EF4-FFF2-40B4-BE49-F238E27FC236}">
                <a16:creationId xmlns:a16="http://schemas.microsoft.com/office/drawing/2014/main" id="{95B42005-A70C-498A-A357-1492B1393F4D}"/>
              </a:ext>
            </a:extLst>
          </p:cNvPr>
          <p:cNvSpPr>
            <a:spLocks noGrp="1"/>
          </p:cNvSpPr>
          <p:nvPr>
            <p:ph type="body" sz="quarter" idx="50" hasCustomPrompt="1"/>
          </p:nvPr>
        </p:nvSpPr>
        <p:spPr>
          <a:xfrm>
            <a:off x="8401471" y="4354090"/>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7" name="Text Placeholder 8">
            <a:extLst>
              <a:ext uri="{FF2B5EF4-FFF2-40B4-BE49-F238E27FC236}">
                <a16:creationId xmlns:a16="http://schemas.microsoft.com/office/drawing/2014/main" id="{FA3E4CA4-4074-4C29-853C-A8857A156AC8}"/>
              </a:ext>
            </a:extLst>
          </p:cNvPr>
          <p:cNvSpPr>
            <a:spLocks noGrp="1"/>
          </p:cNvSpPr>
          <p:nvPr>
            <p:ph type="body" sz="quarter" idx="51" hasCustomPrompt="1"/>
          </p:nvPr>
        </p:nvSpPr>
        <p:spPr>
          <a:xfrm>
            <a:off x="194987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38" name="Text Placeholder 10">
            <a:extLst>
              <a:ext uri="{FF2B5EF4-FFF2-40B4-BE49-F238E27FC236}">
                <a16:creationId xmlns:a16="http://schemas.microsoft.com/office/drawing/2014/main" id="{1308FE93-15B6-4FC2-A5CF-53AA6064DAB0}"/>
              </a:ext>
            </a:extLst>
          </p:cNvPr>
          <p:cNvSpPr>
            <a:spLocks noGrp="1"/>
          </p:cNvSpPr>
          <p:nvPr>
            <p:ph type="body" sz="quarter" idx="52" hasCustomPrompt="1"/>
          </p:nvPr>
        </p:nvSpPr>
        <p:spPr>
          <a:xfrm>
            <a:off x="194987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39" name="Text Placeholder 8">
            <a:extLst>
              <a:ext uri="{FF2B5EF4-FFF2-40B4-BE49-F238E27FC236}">
                <a16:creationId xmlns:a16="http://schemas.microsoft.com/office/drawing/2014/main" id="{B08AE9FA-2EBC-416A-B525-59A5F1258E56}"/>
              </a:ext>
            </a:extLst>
          </p:cNvPr>
          <p:cNvSpPr>
            <a:spLocks noGrp="1"/>
          </p:cNvSpPr>
          <p:nvPr>
            <p:ph type="body" sz="quarter" idx="53" hasCustomPrompt="1"/>
          </p:nvPr>
        </p:nvSpPr>
        <p:spPr>
          <a:xfrm>
            <a:off x="453051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40" name="Text Placeholder 10">
            <a:extLst>
              <a:ext uri="{FF2B5EF4-FFF2-40B4-BE49-F238E27FC236}">
                <a16:creationId xmlns:a16="http://schemas.microsoft.com/office/drawing/2014/main" id="{EE168CBD-2F60-4551-9129-2ED8A59499B4}"/>
              </a:ext>
            </a:extLst>
          </p:cNvPr>
          <p:cNvSpPr>
            <a:spLocks noGrp="1"/>
          </p:cNvSpPr>
          <p:nvPr>
            <p:ph type="body" sz="quarter" idx="54" hasCustomPrompt="1"/>
          </p:nvPr>
        </p:nvSpPr>
        <p:spPr>
          <a:xfrm>
            <a:off x="453051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41" name="Text Placeholder 8">
            <a:extLst>
              <a:ext uri="{FF2B5EF4-FFF2-40B4-BE49-F238E27FC236}">
                <a16:creationId xmlns:a16="http://schemas.microsoft.com/office/drawing/2014/main" id="{E05EDFD4-CA70-451D-A8F0-BF688EDBFC7B}"/>
              </a:ext>
            </a:extLst>
          </p:cNvPr>
          <p:cNvSpPr>
            <a:spLocks noGrp="1"/>
          </p:cNvSpPr>
          <p:nvPr>
            <p:ph type="body" sz="quarter" idx="55" hasCustomPrompt="1"/>
          </p:nvPr>
        </p:nvSpPr>
        <p:spPr>
          <a:xfrm>
            <a:off x="711115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42" name="Text Placeholder 10">
            <a:extLst>
              <a:ext uri="{FF2B5EF4-FFF2-40B4-BE49-F238E27FC236}">
                <a16:creationId xmlns:a16="http://schemas.microsoft.com/office/drawing/2014/main" id="{8E47CD55-3098-4BD6-A269-794D40911ED0}"/>
              </a:ext>
            </a:extLst>
          </p:cNvPr>
          <p:cNvSpPr>
            <a:spLocks noGrp="1"/>
          </p:cNvSpPr>
          <p:nvPr>
            <p:ph type="body" sz="quarter" idx="56" hasCustomPrompt="1"/>
          </p:nvPr>
        </p:nvSpPr>
        <p:spPr>
          <a:xfrm>
            <a:off x="711115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sp>
        <p:nvSpPr>
          <p:cNvPr id="43" name="Text Placeholder 8">
            <a:extLst>
              <a:ext uri="{FF2B5EF4-FFF2-40B4-BE49-F238E27FC236}">
                <a16:creationId xmlns:a16="http://schemas.microsoft.com/office/drawing/2014/main" id="{EA65938B-08CE-4FA4-A95B-5A66E901ACD0}"/>
              </a:ext>
            </a:extLst>
          </p:cNvPr>
          <p:cNvSpPr>
            <a:spLocks noGrp="1"/>
          </p:cNvSpPr>
          <p:nvPr>
            <p:ph type="body" sz="quarter" idx="57" hasCustomPrompt="1"/>
          </p:nvPr>
        </p:nvSpPr>
        <p:spPr>
          <a:xfrm>
            <a:off x="9691791" y="5183351"/>
            <a:ext cx="1839807" cy="422721"/>
          </a:xfrm>
        </p:spPr>
        <p:txBody>
          <a:bodyPr anchor="ctr">
            <a:noAutofit/>
          </a:bodyPr>
          <a:lstStyle>
            <a:lvl1pPr marL="0" indent="0" algn="ctr">
              <a:buFont typeface="Arial" panose="020B0604020202020204" pitchFamily="34" charset="0"/>
              <a:buNone/>
              <a:defRPr sz="2400" baseline="-25000">
                <a:solidFill>
                  <a:schemeClr val="accent3"/>
                </a:solidFill>
                <a:latin typeface="+mj-lt"/>
              </a:defRPr>
            </a:lvl1pPr>
          </a:lstStyle>
          <a:p>
            <a:pPr lvl="0"/>
            <a:r>
              <a:rPr lang="en-US"/>
              <a:t>Name</a:t>
            </a:r>
            <a:endParaRPr lang="en-ZA"/>
          </a:p>
        </p:txBody>
      </p:sp>
      <p:sp>
        <p:nvSpPr>
          <p:cNvPr id="44" name="Text Placeholder 10">
            <a:extLst>
              <a:ext uri="{FF2B5EF4-FFF2-40B4-BE49-F238E27FC236}">
                <a16:creationId xmlns:a16="http://schemas.microsoft.com/office/drawing/2014/main" id="{A72442A0-E7C5-4604-A4AA-9A86DD298412}"/>
              </a:ext>
            </a:extLst>
          </p:cNvPr>
          <p:cNvSpPr>
            <a:spLocks noGrp="1"/>
          </p:cNvSpPr>
          <p:nvPr>
            <p:ph type="body" sz="quarter" idx="58" hasCustomPrompt="1"/>
          </p:nvPr>
        </p:nvSpPr>
        <p:spPr>
          <a:xfrm>
            <a:off x="9691791" y="5616086"/>
            <a:ext cx="1839807" cy="365125"/>
          </a:xfrm>
        </p:spPr>
        <p:txBody>
          <a:bodyPr>
            <a:normAutofit/>
          </a:bodyPr>
          <a:lstStyle>
            <a:lvl1pPr marL="0" indent="0" algn="ctr">
              <a:buNone/>
              <a:defRPr lang="en-ZA" sz="1050" kern="1200" dirty="0">
                <a:solidFill>
                  <a:schemeClr val="accent3"/>
                </a:solidFill>
                <a:latin typeface="+mn-lt"/>
                <a:ea typeface="+mn-ea"/>
                <a:cs typeface="+mn-cs"/>
              </a:defRPr>
            </a:lvl1pPr>
          </a:lstStyle>
          <a:p>
            <a:pPr lvl="0"/>
            <a:r>
              <a:rPr lang="en-US"/>
              <a:t>Title</a:t>
            </a:r>
            <a:endParaRPr lang="en-ZA"/>
          </a:p>
        </p:txBody>
      </p:sp>
      <p:cxnSp>
        <p:nvCxnSpPr>
          <p:cNvPr id="46" name="Straight Connector 45">
            <a:extLst>
              <a:ext uri="{FF2B5EF4-FFF2-40B4-BE49-F238E27FC236}">
                <a16:creationId xmlns:a16="http://schemas.microsoft.com/office/drawing/2014/main" id="{66946F89-1A32-4CE8-9F85-45EDF090AB96}"/>
              </a:ext>
            </a:extLst>
          </p:cNvPr>
          <p:cNvCxnSpPr>
            <a:cxnSpLocks/>
            <a:stCxn id="11" idx="2"/>
          </p:cNvCxnSpPr>
          <p:nvPr userDrawn="1"/>
        </p:nvCxnSpPr>
        <p:spPr>
          <a:xfrm flipH="1">
            <a:off x="1558635" y="3248066"/>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63EE9F58-7707-4E5A-8C6B-C3D66810327C}"/>
              </a:ext>
            </a:extLst>
          </p:cNvPr>
          <p:cNvCxnSpPr>
            <a:cxnSpLocks/>
          </p:cNvCxnSpPr>
          <p:nvPr userDrawn="1"/>
        </p:nvCxnSpPr>
        <p:spPr>
          <a:xfrm flipH="1">
            <a:off x="4145279" y="3250315"/>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BD1897E7-33EE-452E-B67F-D676DB9630EB}"/>
              </a:ext>
            </a:extLst>
          </p:cNvPr>
          <p:cNvCxnSpPr>
            <a:cxnSpLocks/>
          </p:cNvCxnSpPr>
          <p:nvPr userDrawn="1"/>
        </p:nvCxnSpPr>
        <p:spPr>
          <a:xfrm flipH="1">
            <a:off x="6732507" y="3243467"/>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3DF35791-C763-4163-9B05-68EE7814EDBD}"/>
              </a:ext>
            </a:extLst>
          </p:cNvPr>
          <p:cNvCxnSpPr>
            <a:cxnSpLocks/>
          </p:cNvCxnSpPr>
          <p:nvPr userDrawn="1"/>
        </p:nvCxnSpPr>
        <p:spPr>
          <a:xfrm flipH="1">
            <a:off x="9316732" y="3243467"/>
            <a:ext cx="6006" cy="67328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96F2A3C7-B018-4022-B2BB-D8D2B03190AB}"/>
              </a:ext>
            </a:extLst>
          </p:cNvPr>
          <p:cNvCxnSpPr>
            <a:cxnSpLocks/>
          </p:cNvCxnSpPr>
          <p:nvPr userDrawn="1"/>
        </p:nvCxnSpPr>
        <p:spPr>
          <a:xfrm>
            <a:off x="2854035" y="3254943"/>
            <a:ext cx="0" cy="1926159"/>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3F52EF5B-4C4F-451E-B0B4-8226109ADE91}"/>
              </a:ext>
            </a:extLst>
          </p:cNvPr>
          <p:cNvCxnSpPr>
            <a:cxnSpLocks/>
          </p:cNvCxnSpPr>
          <p:nvPr userDrawn="1"/>
        </p:nvCxnSpPr>
        <p:spPr>
          <a:xfrm>
            <a:off x="5440679" y="3233453"/>
            <a:ext cx="0" cy="1949898"/>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07D6748B-4A98-4935-BC51-E43412110392}"/>
              </a:ext>
            </a:extLst>
          </p:cNvPr>
          <p:cNvCxnSpPr>
            <a:cxnSpLocks/>
          </p:cNvCxnSpPr>
          <p:nvPr userDrawn="1"/>
        </p:nvCxnSpPr>
        <p:spPr>
          <a:xfrm>
            <a:off x="8027907" y="3257242"/>
            <a:ext cx="0" cy="1919261"/>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EBA0E4AC-BE6A-45AA-B639-A8288815E8F9}"/>
              </a:ext>
            </a:extLst>
          </p:cNvPr>
          <p:cNvCxnSpPr>
            <a:cxnSpLocks/>
          </p:cNvCxnSpPr>
          <p:nvPr userDrawn="1"/>
        </p:nvCxnSpPr>
        <p:spPr>
          <a:xfrm>
            <a:off x="10612132" y="3254943"/>
            <a:ext cx="0" cy="1929384"/>
          </a:xfrm>
          <a:prstGeom prst="line">
            <a:avLst/>
          </a:prstGeom>
          <a:ln>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78" name="Footer Placeholder 5">
            <a:extLst>
              <a:ext uri="{FF2B5EF4-FFF2-40B4-BE49-F238E27FC236}">
                <a16:creationId xmlns:a16="http://schemas.microsoft.com/office/drawing/2014/main" id="{12CD4C44-15F4-4517-B3CC-D07D4B93DD6D}"/>
              </a:ext>
            </a:extLst>
          </p:cNvPr>
          <p:cNvSpPr>
            <a:spLocks noGrp="1"/>
          </p:cNvSpPr>
          <p:nvPr>
            <p:ph type="ftr" sz="quarter" idx="10"/>
          </p:nvPr>
        </p:nvSpPr>
        <p:spPr>
          <a:xfrm>
            <a:off x="4038600" y="6356350"/>
            <a:ext cx="4114800" cy="365125"/>
          </a:xfrm>
        </p:spPr>
        <p:txBody>
          <a:bodyPr/>
          <a:lstStyle>
            <a:lvl1pPr>
              <a:defRPr>
                <a:solidFill>
                  <a:schemeClr val="accent3">
                    <a:lumMod val="60000"/>
                    <a:lumOff val="40000"/>
                  </a:schemeClr>
                </a:solidFill>
              </a:defRPr>
            </a:lvl1pPr>
          </a:lstStyle>
          <a:p>
            <a:r>
              <a:rPr lang="en-ZA" dirty="0"/>
              <a:t>Pitch deck</a:t>
            </a:r>
          </a:p>
        </p:txBody>
      </p:sp>
      <p:sp>
        <p:nvSpPr>
          <p:cNvPr id="79" name="Slide Number Placeholder 6">
            <a:extLst>
              <a:ext uri="{FF2B5EF4-FFF2-40B4-BE49-F238E27FC236}">
                <a16:creationId xmlns:a16="http://schemas.microsoft.com/office/drawing/2014/main" id="{9F988C33-C2E3-49AE-9BC1-9123EADC3EA7}"/>
              </a:ext>
            </a:extLst>
          </p:cNvPr>
          <p:cNvSpPr>
            <a:spLocks noGrp="1"/>
          </p:cNvSpPr>
          <p:nvPr>
            <p:ph type="sldNum" sz="quarter" idx="11"/>
          </p:nvPr>
        </p:nvSpPr>
        <p:spPr>
          <a:xfrm>
            <a:off x="8610600" y="6356350"/>
            <a:ext cx="2743200" cy="365125"/>
          </a:xfrm>
        </p:spPr>
        <p:txBody>
          <a:bodyPr/>
          <a:lstStyle>
            <a:lvl1pPr>
              <a:defRPr>
                <a:solidFill>
                  <a:schemeClr val="accent3">
                    <a:lumMod val="60000"/>
                    <a:lumOff val="40000"/>
                  </a:schemeClr>
                </a:solidFill>
              </a:defRPr>
            </a:lvl1pPr>
          </a:lstStyle>
          <a:p>
            <a:fld id="{19B51A1E-902D-48AF-9020-955120F399B6}" type="slidenum">
              <a:rPr lang="en-ZA" smtClean="0"/>
              <a:pPr/>
              <a:t>‹#›</a:t>
            </a:fld>
            <a:endParaRPr lang="en-ZA" dirty="0"/>
          </a:p>
        </p:txBody>
      </p:sp>
      <p:sp>
        <p:nvSpPr>
          <p:cNvPr id="80" name="Date Placeholder 3">
            <a:extLst>
              <a:ext uri="{FF2B5EF4-FFF2-40B4-BE49-F238E27FC236}">
                <a16:creationId xmlns:a16="http://schemas.microsoft.com/office/drawing/2014/main" id="{757004CA-7955-4C10-8542-83D291BFF65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accent3">
                    <a:lumMod val="60000"/>
                    <a:lumOff val="40000"/>
                  </a:schemeClr>
                </a:solidFill>
              </a:defRPr>
            </a:lvl1pPr>
          </a:lstStyle>
          <a:p>
            <a:r>
              <a:rPr lang="en-US"/>
              <a:t>6/22/20XX</a:t>
            </a:r>
            <a:endParaRPr lang="en-US" dirty="0"/>
          </a:p>
        </p:txBody>
      </p:sp>
    </p:spTree>
    <p:extLst>
      <p:ext uri="{BB962C8B-B14F-4D97-AF65-F5344CB8AC3E}">
        <p14:creationId xmlns:p14="http://schemas.microsoft.com/office/powerpoint/2010/main" val="1704598769"/>
      </p:ext>
    </p:extLst>
  </p:cSld>
  <p:clrMapOvr>
    <a:masterClrMapping/>
  </p:clrMapOvr>
  <p:extLst>
    <p:ext uri="{DCECCB84-F9BA-43D5-87BE-67443E8EF086}">
      <p15:sldGuideLst xmlns:p15="http://schemas.microsoft.com/office/powerpoint/2012/main">
        <p15:guide id="1" pos="576">
          <p15:clr>
            <a:srgbClr val="FBAE40"/>
          </p15:clr>
        </p15:guide>
        <p15:guide id="2" pos="1392">
          <p15:clr>
            <a:srgbClr val="FBAE40"/>
          </p15:clr>
        </p15:guide>
        <p15:guide id="3" pos="2208">
          <p15:clr>
            <a:srgbClr val="FBAE40"/>
          </p15:clr>
        </p15:guide>
        <p15:guide id="4" pos="30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Funding">
    <p:bg>
      <p:bgPr>
        <a:solidFill>
          <a:schemeClr val="accent1"/>
        </a:solidFill>
        <a:effectLst/>
      </p:bgPr>
    </p:bg>
    <p:spTree>
      <p:nvGrpSpPr>
        <p:cNvPr id="1" name=""/>
        <p:cNvGrpSpPr/>
        <p:nvPr/>
      </p:nvGrpSpPr>
      <p:grpSpPr>
        <a:xfrm>
          <a:off x="0" y="0"/>
          <a:ext cx="0" cy="0"/>
          <a:chOff x="0" y="0"/>
          <a:chExt cx="0" cy="0"/>
        </a:xfrm>
      </p:grpSpPr>
      <p:pic>
        <p:nvPicPr>
          <p:cNvPr id="20" name="Picture 19" descr="A group of people riding horses&#10;&#10;Description automatically generated with medium confidence">
            <a:extLst>
              <a:ext uri="{FF2B5EF4-FFF2-40B4-BE49-F238E27FC236}">
                <a16:creationId xmlns:a16="http://schemas.microsoft.com/office/drawing/2014/main" id="{0E805C5A-1029-4D1B-94B3-422EC2CA34FD}"/>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0" y="0"/>
            <a:ext cx="12192000" cy="6858000"/>
          </a:xfrm>
          <a:prstGeom prst="rect">
            <a:avLst/>
          </a:prstGeom>
        </p:spPr>
      </p:pic>
      <p:sp>
        <p:nvSpPr>
          <p:cNvPr id="22" name="Rectangle 21">
            <a:extLst>
              <a:ext uri="{FF2B5EF4-FFF2-40B4-BE49-F238E27FC236}">
                <a16:creationId xmlns:a16="http://schemas.microsoft.com/office/drawing/2014/main" id="{ADF9E512-1300-47FB-86AC-F8C946EE6985}"/>
              </a:ext>
            </a:extLst>
          </p:cNvPr>
          <p:cNvSpPr/>
          <p:nvPr userDrawn="1"/>
        </p:nvSpPr>
        <p:spPr>
          <a:xfrm>
            <a:off x="304800" y="365125"/>
            <a:ext cx="11582400" cy="61277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Content Placeholder 7">
            <a:extLst>
              <a:ext uri="{FF2B5EF4-FFF2-40B4-BE49-F238E27FC236}">
                <a16:creationId xmlns:a16="http://schemas.microsoft.com/office/drawing/2014/main" id="{A399EA4A-18B9-4C3F-A6B1-0D80C2598D3A}"/>
              </a:ext>
            </a:extLst>
          </p:cNvPr>
          <p:cNvSpPr>
            <a:spLocks noGrp="1"/>
          </p:cNvSpPr>
          <p:nvPr>
            <p:ph sz="quarter" idx="13"/>
          </p:nvPr>
        </p:nvSpPr>
        <p:spPr>
          <a:xfrm>
            <a:off x="1282700" y="913448"/>
            <a:ext cx="5041900" cy="5134927"/>
          </a:xfrm>
        </p:spPr>
        <p:txBody>
          <a:bodyPr/>
          <a:lstStyle>
            <a:lvl1pPr>
              <a:defRPr>
                <a:solidFill>
                  <a:schemeClr val="tx1">
                    <a:lumMod val="75000"/>
                    <a:lumOff val="25000"/>
                  </a:schemeClr>
                </a:solidFill>
              </a:defRPr>
            </a:lvl1pPr>
            <a:lvl2pPr>
              <a:defRPr>
                <a:solidFill>
                  <a:schemeClr val="tx1">
                    <a:lumMod val="75000"/>
                    <a:lumOff val="25000"/>
                  </a:schemeClr>
                </a:solidFill>
              </a:defRPr>
            </a:lvl2pPr>
            <a:lvl3pPr>
              <a:defRPr>
                <a:solidFill>
                  <a:schemeClr val="tx1">
                    <a:lumMod val="75000"/>
                    <a:lumOff val="25000"/>
                  </a:schemeClr>
                </a:solidFill>
              </a:defRPr>
            </a:lvl3pPr>
            <a:lvl4pPr>
              <a:defRPr>
                <a:solidFill>
                  <a:schemeClr val="tx1">
                    <a:lumMod val="75000"/>
                    <a:lumOff val="25000"/>
                  </a:schemeClr>
                </a:solidFill>
              </a:defRPr>
            </a:lvl4pPr>
            <a:lvl5pPr>
              <a:defRPr>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98907808-FD8D-4C4A-A5E4-068D94BFD64D}"/>
              </a:ext>
            </a:extLst>
          </p:cNvPr>
          <p:cNvSpPr>
            <a:spLocks noGrp="1"/>
          </p:cNvSpPr>
          <p:nvPr>
            <p:ph type="title"/>
          </p:nvPr>
        </p:nvSpPr>
        <p:spPr>
          <a:xfrm>
            <a:off x="1282700" y="2766219"/>
            <a:ext cx="5041900" cy="1325563"/>
          </a:xfrm>
        </p:spPr>
        <p:txBody>
          <a:bodyPr>
            <a:normAutofit/>
          </a:bodyPr>
          <a:lstStyle>
            <a:lvl1pPr algn="ctr">
              <a:defRPr sz="3600" spc="0" baseline="0">
                <a:solidFill>
                  <a:schemeClr val="accent3"/>
                </a:solidFill>
              </a:defRPr>
            </a:lvl1pPr>
          </a:lstStyle>
          <a:p>
            <a:r>
              <a:rPr lang="en-US"/>
              <a:t>Click to edit Master title style</a:t>
            </a:r>
          </a:p>
        </p:txBody>
      </p:sp>
      <p:sp>
        <p:nvSpPr>
          <p:cNvPr id="7" name="Text Placeholder 6">
            <a:extLst>
              <a:ext uri="{FF2B5EF4-FFF2-40B4-BE49-F238E27FC236}">
                <a16:creationId xmlns:a16="http://schemas.microsoft.com/office/drawing/2014/main" id="{8FC98BF5-ED87-4BF7-BB07-29187F8C8BEC}"/>
              </a:ext>
            </a:extLst>
          </p:cNvPr>
          <p:cNvSpPr>
            <a:spLocks noGrp="1"/>
          </p:cNvSpPr>
          <p:nvPr>
            <p:ph type="body" sz="quarter" idx="14"/>
          </p:nvPr>
        </p:nvSpPr>
        <p:spPr>
          <a:xfrm>
            <a:off x="7467600" y="913448"/>
            <a:ext cx="3886200" cy="419100"/>
          </a:xfrm>
        </p:spPr>
        <p:txBody>
          <a:bodyPr>
            <a:noAutofit/>
          </a:bodyPr>
          <a:lstStyle>
            <a:lvl1pPr marL="0" indent="0">
              <a:buNone/>
              <a:defRPr sz="2400" b="0" spc="0" baseline="0">
                <a:solidFill>
                  <a:schemeClr val="accent1">
                    <a:lumMod val="50000"/>
                  </a:schemeClr>
                </a:solidFill>
                <a:latin typeface="+mj-lt"/>
              </a:defRPr>
            </a:lvl1pPr>
          </a:lstStyle>
          <a:p>
            <a:pPr lvl="0"/>
            <a:r>
              <a:rPr lang="en-US"/>
              <a:t>Click to edit Master text styles</a:t>
            </a:r>
          </a:p>
        </p:txBody>
      </p:sp>
      <p:sp>
        <p:nvSpPr>
          <p:cNvPr id="8" name="Text Placeholder 6">
            <a:extLst>
              <a:ext uri="{FF2B5EF4-FFF2-40B4-BE49-F238E27FC236}">
                <a16:creationId xmlns:a16="http://schemas.microsoft.com/office/drawing/2014/main" id="{90E0AB9E-D60D-4299-B73A-B96F7B7F81C6}"/>
              </a:ext>
            </a:extLst>
          </p:cNvPr>
          <p:cNvSpPr>
            <a:spLocks noGrp="1"/>
          </p:cNvSpPr>
          <p:nvPr>
            <p:ph type="body" sz="quarter" idx="15"/>
          </p:nvPr>
        </p:nvSpPr>
        <p:spPr>
          <a:xfrm>
            <a:off x="7467600" y="1275398"/>
            <a:ext cx="3886200" cy="307975"/>
          </a:xfrm>
        </p:spPr>
        <p:txBody>
          <a:bodyPr>
            <a:noAutofit/>
          </a:bodyPr>
          <a:lstStyle>
            <a:lvl1pPr marL="0" indent="0">
              <a:buNone/>
              <a:defRPr sz="1800" b="0" spc="0" baseline="0">
                <a:solidFill>
                  <a:schemeClr val="accent1">
                    <a:lumMod val="50000"/>
                  </a:schemeClr>
                </a:solidFill>
                <a:latin typeface="+mj-lt"/>
              </a:defRPr>
            </a:lvl1pPr>
          </a:lstStyle>
          <a:p>
            <a:pPr lvl="0"/>
            <a:r>
              <a:rPr lang="en-US"/>
              <a:t>Click to edit Master text styles</a:t>
            </a:r>
          </a:p>
        </p:txBody>
      </p:sp>
      <p:sp>
        <p:nvSpPr>
          <p:cNvPr id="9" name="Text Placeholder 6">
            <a:extLst>
              <a:ext uri="{FF2B5EF4-FFF2-40B4-BE49-F238E27FC236}">
                <a16:creationId xmlns:a16="http://schemas.microsoft.com/office/drawing/2014/main" id="{ED9663C9-EA8F-404F-A640-85028F6F30A1}"/>
              </a:ext>
            </a:extLst>
          </p:cNvPr>
          <p:cNvSpPr>
            <a:spLocks noGrp="1"/>
          </p:cNvSpPr>
          <p:nvPr>
            <p:ph type="body" sz="quarter" idx="16"/>
          </p:nvPr>
        </p:nvSpPr>
        <p:spPr>
          <a:xfrm>
            <a:off x="7467600" y="1672273"/>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10" name="Text Placeholder 6">
            <a:extLst>
              <a:ext uri="{FF2B5EF4-FFF2-40B4-BE49-F238E27FC236}">
                <a16:creationId xmlns:a16="http://schemas.microsoft.com/office/drawing/2014/main" id="{BD9C0574-6721-4F80-A5F8-8C4C5D2B9725}"/>
              </a:ext>
            </a:extLst>
          </p:cNvPr>
          <p:cNvSpPr>
            <a:spLocks noGrp="1"/>
          </p:cNvSpPr>
          <p:nvPr>
            <p:ph type="body" sz="quarter" idx="17"/>
          </p:nvPr>
        </p:nvSpPr>
        <p:spPr>
          <a:xfrm>
            <a:off x="7467600" y="2231390"/>
            <a:ext cx="3886200" cy="419100"/>
          </a:xfrm>
        </p:spPr>
        <p:txBody>
          <a:bodyPr>
            <a:noAutofit/>
          </a:bodyPr>
          <a:lstStyle>
            <a:lvl1pPr marL="0" indent="0">
              <a:buNone/>
              <a:defRPr sz="2400" b="0" spc="0" baseline="0">
                <a:solidFill>
                  <a:schemeClr val="accent6">
                    <a:lumMod val="75000"/>
                  </a:schemeClr>
                </a:solidFill>
                <a:latin typeface="+mj-lt"/>
              </a:defRPr>
            </a:lvl1pPr>
          </a:lstStyle>
          <a:p>
            <a:pPr lvl="0"/>
            <a:r>
              <a:rPr lang="en-US"/>
              <a:t>Click to edit Master text styles</a:t>
            </a:r>
          </a:p>
        </p:txBody>
      </p:sp>
      <p:sp>
        <p:nvSpPr>
          <p:cNvPr id="11" name="Text Placeholder 6">
            <a:extLst>
              <a:ext uri="{FF2B5EF4-FFF2-40B4-BE49-F238E27FC236}">
                <a16:creationId xmlns:a16="http://schemas.microsoft.com/office/drawing/2014/main" id="{386F510A-D29A-4582-ADA6-290E1D6A0B6D}"/>
              </a:ext>
            </a:extLst>
          </p:cNvPr>
          <p:cNvSpPr>
            <a:spLocks noGrp="1"/>
          </p:cNvSpPr>
          <p:nvPr>
            <p:ph type="body" sz="quarter" idx="18"/>
          </p:nvPr>
        </p:nvSpPr>
        <p:spPr>
          <a:xfrm>
            <a:off x="7467600" y="2593340"/>
            <a:ext cx="3886200" cy="307975"/>
          </a:xfrm>
        </p:spPr>
        <p:txBody>
          <a:bodyPr>
            <a:noAutofit/>
          </a:bodyPr>
          <a:lstStyle>
            <a:lvl1pPr marL="0" indent="0">
              <a:buNone/>
              <a:defRPr sz="1800" b="0" spc="0" baseline="0">
                <a:solidFill>
                  <a:schemeClr val="accent6">
                    <a:lumMod val="75000"/>
                  </a:schemeClr>
                </a:solidFill>
                <a:latin typeface="+mj-lt"/>
              </a:defRPr>
            </a:lvl1pPr>
          </a:lstStyle>
          <a:p>
            <a:pPr lvl="0"/>
            <a:r>
              <a:rPr lang="en-US"/>
              <a:t>Click to edit Master text styles</a:t>
            </a:r>
          </a:p>
        </p:txBody>
      </p:sp>
      <p:sp>
        <p:nvSpPr>
          <p:cNvPr id="12" name="Text Placeholder 6">
            <a:extLst>
              <a:ext uri="{FF2B5EF4-FFF2-40B4-BE49-F238E27FC236}">
                <a16:creationId xmlns:a16="http://schemas.microsoft.com/office/drawing/2014/main" id="{7576EF89-ABF3-4312-A3E7-E1909CA744B6}"/>
              </a:ext>
            </a:extLst>
          </p:cNvPr>
          <p:cNvSpPr>
            <a:spLocks noGrp="1"/>
          </p:cNvSpPr>
          <p:nvPr>
            <p:ph type="body" sz="quarter" idx="19"/>
          </p:nvPr>
        </p:nvSpPr>
        <p:spPr>
          <a:xfrm>
            <a:off x="7467600" y="2990215"/>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13" name="Text Placeholder 6">
            <a:extLst>
              <a:ext uri="{FF2B5EF4-FFF2-40B4-BE49-F238E27FC236}">
                <a16:creationId xmlns:a16="http://schemas.microsoft.com/office/drawing/2014/main" id="{0B198549-FECA-4B92-9906-8D1F79E14DCE}"/>
              </a:ext>
            </a:extLst>
          </p:cNvPr>
          <p:cNvSpPr>
            <a:spLocks noGrp="1"/>
          </p:cNvSpPr>
          <p:nvPr>
            <p:ph type="body" sz="quarter" idx="20"/>
          </p:nvPr>
        </p:nvSpPr>
        <p:spPr>
          <a:xfrm>
            <a:off x="7467600" y="3543935"/>
            <a:ext cx="3886200" cy="419100"/>
          </a:xfrm>
        </p:spPr>
        <p:txBody>
          <a:bodyPr>
            <a:noAutofit/>
          </a:bodyPr>
          <a:lstStyle>
            <a:lvl1pPr marL="0" indent="0">
              <a:buNone/>
              <a:defRPr sz="2400" b="0" spc="0" baseline="0">
                <a:solidFill>
                  <a:schemeClr val="accent4"/>
                </a:solidFill>
                <a:latin typeface="+mj-lt"/>
              </a:defRPr>
            </a:lvl1pPr>
          </a:lstStyle>
          <a:p>
            <a:pPr lvl="0"/>
            <a:r>
              <a:rPr lang="en-US"/>
              <a:t>Click to edit Master text styles</a:t>
            </a:r>
          </a:p>
        </p:txBody>
      </p:sp>
      <p:sp>
        <p:nvSpPr>
          <p:cNvPr id="14" name="Text Placeholder 6">
            <a:extLst>
              <a:ext uri="{FF2B5EF4-FFF2-40B4-BE49-F238E27FC236}">
                <a16:creationId xmlns:a16="http://schemas.microsoft.com/office/drawing/2014/main" id="{210D5A62-4015-4F75-A2AC-D3C1B70911D6}"/>
              </a:ext>
            </a:extLst>
          </p:cNvPr>
          <p:cNvSpPr>
            <a:spLocks noGrp="1"/>
          </p:cNvSpPr>
          <p:nvPr>
            <p:ph type="body" sz="quarter" idx="21"/>
          </p:nvPr>
        </p:nvSpPr>
        <p:spPr>
          <a:xfrm>
            <a:off x="7467600" y="3905885"/>
            <a:ext cx="3886200" cy="307975"/>
          </a:xfrm>
        </p:spPr>
        <p:txBody>
          <a:bodyPr>
            <a:noAutofit/>
          </a:bodyPr>
          <a:lstStyle>
            <a:lvl1pPr marL="0" indent="0">
              <a:buNone/>
              <a:defRPr sz="1800" b="0" spc="0" baseline="0">
                <a:solidFill>
                  <a:schemeClr val="accent4"/>
                </a:solidFill>
                <a:latin typeface="+mj-lt"/>
              </a:defRPr>
            </a:lvl1pPr>
          </a:lstStyle>
          <a:p>
            <a:pPr lvl="0"/>
            <a:r>
              <a:rPr lang="en-US"/>
              <a:t>Click to edit Master text styles</a:t>
            </a:r>
          </a:p>
        </p:txBody>
      </p:sp>
      <p:sp>
        <p:nvSpPr>
          <p:cNvPr id="15" name="Text Placeholder 6">
            <a:extLst>
              <a:ext uri="{FF2B5EF4-FFF2-40B4-BE49-F238E27FC236}">
                <a16:creationId xmlns:a16="http://schemas.microsoft.com/office/drawing/2014/main" id="{267DEAF9-25BD-404A-A5F3-30A81E38D256}"/>
              </a:ext>
            </a:extLst>
          </p:cNvPr>
          <p:cNvSpPr>
            <a:spLocks noGrp="1"/>
          </p:cNvSpPr>
          <p:nvPr>
            <p:ph type="body" sz="quarter" idx="22"/>
          </p:nvPr>
        </p:nvSpPr>
        <p:spPr>
          <a:xfrm>
            <a:off x="7467600" y="4302760"/>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16" name="Text Placeholder 6">
            <a:extLst>
              <a:ext uri="{FF2B5EF4-FFF2-40B4-BE49-F238E27FC236}">
                <a16:creationId xmlns:a16="http://schemas.microsoft.com/office/drawing/2014/main" id="{A03C6E4A-B7FD-4BD7-A807-52FE5D27E384}"/>
              </a:ext>
            </a:extLst>
          </p:cNvPr>
          <p:cNvSpPr>
            <a:spLocks noGrp="1"/>
          </p:cNvSpPr>
          <p:nvPr>
            <p:ph type="body" sz="quarter" idx="23"/>
          </p:nvPr>
        </p:nvSpPr>
        <p:spPr>
          <a:xfrm>
            <a:off x="7467600" y="4856480"/>
            <a:ext cx="3886200" cy="419100"/>
          </a:xfrm>
        </p:spPr>
        <p:txBody>
          <a:bodyPr>
            <a:noAutofit/>
          </a:bodyPr>
          <a:lstStyle>
            <a:lvl1pPr marL="0" indent="0">
              <a:buNone/>
              <a:defRPr sz="2400" b="0" spc="0" baseline="0">
                <a:solidFill>
                  <a:schemeClr val="accent1">
                    <a:lumMod val="25000"/>
                  </a:schemeClr>
                </a:solidFill>
                <a:latin typeface="+mj-lt"/>
              </a:defRPr>
            </a:lvl1pPr>
          </a:lstStyle>
          <a:p>
            <a:pPr lvl="0"/>
            <a:r>
              <a:rPr lang="en-US"/>
              <a:t>Click to edit Master text styles</a:t>
            </a:r>
          </a:p>
        </p:txBody>
      </p:sp>
      <p:sp>
        <p:nvSpPr>
          <p:cNvPr id="17" name="Text Placeholder 6">
            <a:extLst>
              <a:ext uri="{FF2B5EF4-FFF2-40B4-BE49-F238E27FC236}">
                <a16:creationId xmlns:a16="http://schemas.microsoft.com/office/drawing/2014/main" id="{69798A4B-546D-497E-8DC4-67F69916B677}"/>
              </a:ext>
            </a:extLst>
          </p:cNvPr>
          <p:cNvSpPr>
            <a:spLocks noGrp="1"/>
          </p:cNvSpPr>
          <p:nvPr>
            <p:ph type="body" sz="quarter" idx="24"/>
          </p:nvPr>
        </p:nvSpPr>
        <p:spPr>
          <a:xfrm>
            <a:off x="7467600" y="5218430"/>
            <a:ext cx="3886200" cy="307975"/>
          </a:xfrm>
        </p:spPr>
        <p:txBody>
          <a:bodyPr>
            <a:noAutofit/>
          </a:bodyPr>
          <a:lstStyle>
            <a:lvl1pPr marL="0" indent="0">
              <a:buNone/>
              <a:defRPr sz="1800" b="0" spc="0" baseline="0">
                <a:solidFill>
                  <a:schemeClr val="accent1">
                    <a:lumMod val="25000"/>
                  </a:schemeClr>
                </a:solidFill>
                <a:latin typeface="+mj-lt"/>
              </a:defRPr>
            </a:lvl1pPr>
          </a:lstStyle>
          <a:p>
            <a:pPr lvl="0"/>
            <a:r>
              <a:rPr lang="en-US"/>
              <a:t>Click to edit Master text styles</a:t>
            </a:r>
          </a:p>
        </p:txBody>
      </p:sp>
      <p:sp>
        <p:nvSpPr>
          <p:cNvPr id="18" name="Text Placeholder 6">
            <a:extLst>
              <a:ext uri="{FF2B5EF4-FFF2-40B4-BE49-F238E27FC236}">
                <a16:creationId xmlns:a16="http://schemas.microsoft.com/office/drawing/2014/main" id="{B0720791-8657-4D3A-9912-1CF7D48EA1AD}"/>
              </a:ext>
            </a:extLst>
          </p:cNvPr>
          <p:cNvSpPr>
            <a:spLocks noGrp="1"/>
          </p:cNvSpPr>
          <p:nvPr>
            <p:ph type="body" sz="quarter" idx="25"/>
          </p:nvPr>
        </p:nvSpPr>
        <p:spPr>
          <a:xfrm>
            <a:off x="7467600" y="5615305"/>
            <a:ext cx="3886200" cy="274320"/>
          </a:xfrm>
        </p:spPr>
        <p:txBody>
          <a:bodyPr>
            <a:noAutofit/>
          </a:bodyPr>
          <a:lstStyle>
            <a:lvl1pPr marL="0" indent="0">
              <a:lnSpc>
                <a:spcPct val="100000"/>
              </a:lnSpc>
              <a:buNone/>
              <a:defRPr sz="1200" b="0" spc="0">
                <a:solidFill>
                  <a:schemeClr val="accent3"/>
                </a:solidFill>
              </a:defRPr>
            </a:lvl1pPr>
          </a:lstStyle>
          <a:p>
            <a:pPr lvl="0"/>
            <a:r>
              <a:rPr lang="en-US"/>
              <a:t>Click to edit Master text styles</a:t>
            </a:r>
          </a:p>
        </p:txBody>
      </p:sp>
      <p:sp>
        <p:nvSpPr>
          <p:cNvPr id="26" name="Footer Placeholder 5">
            <a:extLst>
              <a:ext uri="{FF2B5EF4-FFF2-40B4-BE49-F238E27FC236}">
                <a16:creationId xmlns:a16="http://schemas.microsoft.com/office/drawing/2014/main" id="{8AD16A67-F6AC-4CFA-B638-3076C15682F6}"/>
              </a:ext>
            </a:extLst>
          </p:cNvPr>
          <p:cNvSpPr>
            <a:spLocks noGrp="1"/>
          </p:cNvSpPr>
          <p:nvPr>
            <p:ph type="ftr" sz="quarter" idx="10"/>
          </p:nvPr>
        </p:nvSpPr>
        <p:spPr>
          <a:xfrm>
            <a:off x="4038600" y="6497865"/>
            <a:ext cx="4114800" cy="365125"/>
          </a:xfrm>
        </p:spPr>
        <p:txBody>
          <a:bodyPr/>
          <a:lstStyle>
            <a:lvl1pPr>
              <a:defRPr>
                <a:solidFill>
                  <a:schemeClr val="accent1"/>
                </a:solidFill>
              </a:defRPr>
            </a:lvl1pPr>
          </a:lstStyle>
          <a:p>
            <a:r>
              <a:rPr lang="en-ZA" dirty="0"/>
              <a:t>Pitch deck</a:t>
            </a:r>
          </a:p>
        </p:txBody>
      </p:sp>
      <p:sp>
        <p:nvSpPr>
          <p:cNvPr id="27" name="Slide Number Placeholder 6">
            <a:extLst>
              <a:ext uri="{FF2B5EF4-FFF2-40B4-BE49-F238E27FC236}">
                <a16:creationId xmlns:a16="http://schemas.microsoft.com/office/drawing/2014/main" id="{8619925E-10F5-4FE2-B665-672B18AF9EFA}"/>
              </a:ext>
            </a:extLst>
          </p:cNvPr>
          <p:cNvSpPr>
            <a:spLocks noGrp="1"/>
          </p:cNvSpPr>
          <p:nvPr>
            <p:ph type="sldNum" sz="quarter" idx="11"/>
          </p:nvPr>
        </p:nvSpPr>
        <p:spPr>
          <a:xfrm>
            <a:off x="8610600" y="6497865"/>
            <a:ext cx="2743200" cy="365125"/>
          </a:xfrm>
        </p:spPr>
        <p:txBody>
          <a:bodyPr/>
          <a:lstStyle>
            <a:lvl1pPr>
              <a:defRPr spc="0">
                <a:solidFill>
                  <a:schemeClr val="accent1"/>
                </a:solidFill>
              </a:defRPr>
            </a:lvl1pPr>
          </a:lstStyle>
          <a:p>
            <a:fld id="{19B51A1E-902D-48AF-9020-955120F399B6}" type="slidenum">
              <a:rPr lang="en-ZA" smtClean="0"/>
              <a:pPr/>
              <a:t>‹#›</a:t>
            </a:fld>
            <a:endParaRPr lang="en-ZA" dirty="0"/>
          </a:p>
        </p:txBody>
      </p:sp>
      <p:sp>
        <p:nvSpPr>
          <p:cNvPr id="28" name="Date Placeholder 3">
            <a:extLst>
              <a:ext uri="{FF2B5EF4-FFF2-40B4-BE49-F238E27FC236}">
                <a16:creationId xmlns:a16="http://schemas.microsoft.com/office/drawing/2014/main" id="{99B42EE4-8774-49D2-8B69-8D680E8012D6}"/>
              </a:ext>
            </a:extLst>
          </p:cNvPr>
          <p:cNvSpPr>
            <a:spLocks noGrp="1"/>
          </p:cNvSpPr>
          <p:nvPr>
            <p:ph type="dt" sz="half" idx="2"/>
          </p:nvPr>
        </p:nvSpPr>
        <p:spPr>
          <a:xfrm>
            <a:off x="838200" y="6497865"/>
            <a:ext cx="2743200" cy="365125"/>
          </a:xfrm>
          <a:prstGeom prst="rect">
            <a:avLst/>
          </a:prstGeom>
        </p:spPr>
        <p:txBody>
          <a:bodyPr vert="horz" lIns="91440" tIns="45720" rIns="91440" bIns="45720" rtlCol="0" anchor="ctr"/>
          <a:lstStyle>
            <a:lvl1pPr algn="l">
              <a:defRPr sz="900">
                <a:solidFill>
                  <a:schemeClr val="accent1"/>
                </a:solidFill>
              </a:defRPr>
            </a:lvl1pPr>
          </a:lstStyle>
          <a:p>
            <a:r>
              <a:rPr lang="en-US"/>
              <a:t>6/22/20XX</a:t>
            </a:r>
            <a:endParaRPr lang="en-US" dirty="0"/>
          </a:p>
        </p:txBody>
      </p:sp>
    </p:spTree>
    <p:extLst>
      <p:ext uri="{BB962C8B-B14F-4D97-AF65-F5344CB8AC3E}">
        <p14:creationId xmlns:p14="http://schemas.microsoft.com/office/powerpoint/2010/main" val="39254976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ummary">
    <p:bg>
      <p:bgPr>
        <a:solidFill>
          <a:schemeClr val="accent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8F5A6A-E29E-401A-801A-8FD9CAABA7A5}"/>
              </a:ext>
            </a:extLst>
          </p:cNvPr>
          <p:cNvSpPr>
            <a:spLocks noGrp="1"/>
          </p:cNvSpPr>
          <p:nvPr>
            <p:ph idx="1"/>
          </p:nvPr>
        </p:nvSpPr>
        <p:spPr>
          <a:xfrm>
            <a:off x="1162050" y="4662486"/>
            <a:ext cx="3975804" cy="1514476"/>
          </a:xfrm>
        </p:spPr>
        <p:txBody>
          <a:bodyPr lIns="0" rIns="0">
            <a:normAutofit/>
          </a:bodyPr>
          <a:lstStyle>
            <a:lvl1pPr marL="0" indent="0">
              <a:lnSpc>
                <a:spcPts val="1700"/>
              </a:lnSpc>
              <a:buNone/>
              <a:defRPr sz="1200">
                <a:solidFill>
                  <a:schemeClr val="accent3"/>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en-US"/>
              <a:t>Click to edit Master text styles</a:t>
            </a:r>
          </a:p>
        </p:txBody>
      </p:sp>
      <p:sp>
        <p:nvSpPr>
          <p:cNvPr id="4" name="Date Placeholder 3">
            <a:extLst>
              <a:ext uri="{FF2B5EF4-FFF2-40B4-BE49-F238E27FC236}">
                <a16:creationId xmlns:a16="http://schemas.microsoft.com/office/drawing/2014/main" id="{3EDAC16E-5725-4AC1-AB85-871F25D26688}"/>
              </a:ext>
            </a:extLst>
          </p:cNvPr>
          <p:cNvSpPr>
            <a:spLocks noGrp="1"/>
          </p:cNvSpPr>
          <p:nvPr>
            <p:ph type="dt" sz="half" idx="10"/>
          </p:nvPr>
        </p:nvSpPr>
        <p:spPr>
          <a:xfrm>
            <a:off x="838200" y="6356350"/>
            <a:ext cx="925285" cy="365125"/>
          </a:xfrm>
        </p:spPr>
        <p:txBody>
          <a:bodyPr/>
          <a:lstStyle>
            <a:lvl1pPr>
              <a:defRPr>
                <a:solidFill>
                  <a:schemeClr val="accent3">
                    <a:lumMod val="60000"/>
                    <a:lumOff val="40000"/>
                  </a:schemeClr>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FD10B5D8-71E9-48DC-A04C-559359603CB0}"/>
              </a:ext>
            </a:extLst>
          </p:cNvPr>
          <p:cNvSpPr>
            <a:spLocks noGrp="1"/>
          </p:cNvSpPr>
          <p:nvPr>
            <p:ph type="ftr" sz="quarter" idx="11"/>
          </p:nvPr>
        </p:nvSpPr>
        <p:spPr>
          <a:xfrm>
            <a:off x="2764971" y="6356350"/>
            <a:ext cx="2372881" cy="365125"/>
          </a:xfrm>
        </p:spPr>
        <p:txBody>
          <a:bodyPr/>
          <a:lstStyle>
            <a:lvl1pPr algn="r">
              <a:defRPr>
                <a:solidFill>
                  <a:schemeClr val="accent3">
                    <a:lumMod val="60000"/>
                    <a:lumOff val="40000"/>
                  </a:schemeClr>
                </a:solidFill>
              </a:defRPr>
            </a:lvl1pPr>
          </a:lstStyle>
          <a:p>
            <a:r>
              <a:rPr lang="en-US" dirty="0"/>
              <a:t>Pitch deck</a:t>
            </a:r>
          </a:p>
        </p:txBody>
      </p:sp>
      <p:sp>
        <p:nvSpPr>
          <p:cNvPr id="12" name="Picture Placeholder 11">
            <a:extLst>
              <a:ext uri="{FF2B5EF4-FFF2-40B4-BE49-F238E27FC236}">
                <a16:creationId xmlns:a16="http://schemas.microsoft.com/office/drawing/2014/main" id="{E3A83D3B-4878-44A9-ADD4-00764E5E82E9}"/>
              </a:ext>
            </a:extLst>
          </p:cNvPr>
          <p:cNvSpPr>
            <a:spLocks noGrp="1"/>
          </p:cNvSpPr>
          <p:nvPr>
            <p:ph type="pic" sz="quarter" idx="13"/>
          </p:nvPr>
        </p:nvSpPr>
        <p:spPr>
          <a:xfrm>
            <a:off x="6644640" y="0"/>
            <a:ext cx="5547360" cy="6858000"/>
          </a:xfrm>
        </p:spPr>
        <p:txBody>
          <a:body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FFB9B857-A210-44D8-8C91-781E2B69B771}"/>
              </a:ext>
            </a:extLst>
          </p:cNvPr>
          <p:cNvCxnSpPr/>
          <p:nvPr userDrawn="1"/>
        </p:nvCxnSpPr>
        <p:spPr>
          <a:xfrm>
            <a:off x="1162050" y="2333625"/>
            <a:ext cx="0" cy="200025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pic>
        <p:nvPicPr>
          <p:cNvPr id="9" name="Picture 8" descr="A picture containing tree, nature, spring&#10;&#10;Description automatically generated">
            <a:extLst>
              <a:ext uri="{FF2B5EF4-FFF2-40B4-BE49-F238E27FC236}">
                <a16:creationId xmlns:a16="http://schemas.microsoft.com/office/drawing/2014/main" id="{4A63342F-743C-459F-B121-7E344300D8B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3078480" y="3291840"/>
            <a:ext cx="6858000" cy="274320"/>
          </a:xfrm>
          <a:prstGeom prst="rect">
            <a:avLst/>
          </a:prstGeom>
        </p:spPr>
      </p:pic>
      <p:sp>
        <p:nvSpPr>
          <p:cNvPr id="10" name="Text Placeholder 4">
            <a:extLst>
              <a:ext uri="{FF2B5EF4-FFF2-40B4-BE49-F238E27FC236}">
                <a16:creationId xmlns:a16="http://schemas.microsoft.com/office/drawing/2014/main" id="{5E13AA0B-9749-4C5F-A7F8-7C789F442937}"/>
              </a:ext>
            </a:extLst>
          </p:cNvPr>
          <p:cNvSpPr>
            <a:spLocks noGrp="1"/>
          </p:cNvSpPr>
          <p:nvPr>
            <p:ph type="body" sz="quarter" idx="14"/>
          </p:nvPr>
        </p:nvSpPr>
        <p:spPr>
          <a:xfrm>
            <a:off x="640080" y="768096"/>
            <a:ext cx="1856232" cy="185623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
        <p:nvSpPr>
          <p:cNvPr id="6" name="Slide Number Placeholder 5">
            <a:extLst>
              <a:ext uri="{FF2B5EF4-FFF2-40B4-BE49-F238E27FC236}">
                <a16:creationId xmlns:a16="http://schemas.microsoft.com/office/drawing/2014/main" id="{A0FDD81F-9379-48E6-9B14-83486F920A39}"/>
              </a:ext>
            </a:extLst>
          </p:cNvPr>
          <p:cNvSpPr>
            <a:spLocks noGrp="1"/>
          </p:cNvSpPr>
          <p:nvPr>
            <p:ph type="sldNum" sz="quarter" idx="12"/>
          </p:nvPr>
        </p:nvSpPr>
        <p:spPr/>
        <p:txBody>
          <a:bodyPr/>
          <a:lstStyle>
            <a:lvl1pPr>
              <a:defRPr>
                <a:solidFill>
                  <a:schemeClr val="accent1"/>
                </a:solidFill>
              </a:defRPr>
            </a:lvl1pPr>
          </a:lstStyle>
          <a:p>
            <a:fld id="{B5CEABB6-07DC-46E8-9B57-56EC44A396E5}" type="slidenum">
              <a:rPr lang="en-US" smtClean="0"/>
              <a:pPr/>
              <a:t>‹#›</a:t>
            </a:fld>
            <a:endParaRPr lang="en-US" dirty="0"/>
          </a:p>
        </p:txBody>
      </p:sp>
      <p:sp>
        <p:nvSpPr>
          <p:cNvPr id="2" name="Title 1">
            <a:extLst>
              <a:ext uri="{FF2B5EF4-FFF2-40B4-BE49-F238E27FC236}">
                <a16:creationId xmlns:a16="http://schemas.microsoft.com/office/drawing/2014/main" id="{A4AE12D1-08AF-45E9-A34A-BDE9E860BAA2}"/>
              </a:ext>
            </a:extLst>
          </p:cNvPr>
          <p:cNvSpPr>
            <a:spLocks noGrp="1"/>
          </p:cNvSpPr>
          <p:nvPr>
            <p:ph type="title"/>
          </p:nvPr>
        </p:nvSpPr>
        <p:spPr>
          <a:xfrm>
            <a:off x="1162050" y="523875"/>
            <a:ext cx="3975802" cy="1514476"/>
          </a:xfrm>
        </p:spPr>
        <p:txBody>
          <a:bodyPr lIns="0" rIns="0" anchor="b"/>
          <a:lstStyle>
            <a:lvl1pPr>
              <a:defRPr>
                <a:solidFill>
                  <a:schemeClr val="accent3"/>
                </a:solidFill>
              </a:defRPr>
            </a:lvl1pPr>
          </a:lstStyle>
          <a:p>
            <a:r>
              <a:rPr lang="en-US"/>
              <a:t>Click to edit Master title style</a:t>
            </a:r>
          </a:p>
        </p:txBody>
      </p:sp>
    </p:spTree>
    <p:extLst>
      <p:ext uri="{BB962C8B-B14F-4D97-AF65-F5344CB8AC3E}">
        <p14:creationId xmlns:p14="http://schemas.microsoft.com/office/powerpoint/2010/main" val="125436260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1"/>
        </a:solidFill>
        <a:effectLst/>
      </p:bgPr>
    </p:bg>
    <p:spTree>
      <p:nvGrpSpPr>
        <p:cNvPr id="1" name=""/>
        <p:cNvGrpSpPr/>
        <p:nvPr/>
      </p:nvGrpSpPr>
      <p:grpSpPr>
        <a:xfrm>
          <a:off x="0" y="0"/>
          <a:ext cx="0" cy="0"/>
          <a:chOff x="0" y="0"/>
          <a:chExt cx="0" cy="0"/>
        </a:xfrm>
      </p:grpSpPr>
      <p:pic>
        <p:nvPicPr>
          <p:cNvPr id="6" name="Picture 5" descr="A picture containing tree, nature, spring&#10;&#10;Description automatically generated">
            <a:extLst>
              <a:ext uri="{FF2B5EF4-FFF2-40B4-BE49-F238E27FC236}">
                <a16:creationId xmlns:a16="http://schemas.microsoft.com/office/drawing/2014/main" id="{518D6250-5EE6-4875-8BAD-D7140B01B23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rot="16200000">
            <a:off x="4392931" y="-941071"/>
            <a:ext cx="6858000" cy="8740141"/>
          </a:xfrm>
          <a:prstGeom prst="rect">
            <a:avLst/>
          </a:prstGeom>
        </p:spPr>
      </p:pic>
      <p:sp>
        <p:nvSpPr>
          <p:cNvPr id="10" name="Picture Placeholder 9">
            <a:extLst>
              <a:ext uri="{FF2B5EF4-FFF2-40B4-BE49-F238E27FC236}">
                <a16:creationId xmlns:a16="http://schemas.microsoft.com/office/drawing/2014/main" id="{0D510E1D-A8A6-4E4B-8055-B484B4853348}"/>
              </a:ext>
            </a:extLst>
          </p:cNvPr>
          <p:cNvSpPr>
            <a:spLocks noGrp="1"/>
          </p:cNvSpPr>
          <p:nvPr>
            <p:ph type="pic" sz="quarter" idx="13"/>
          </p:nvPr>
        </p:nvSpPr>
        <p:spPr>
          <a:xfrm>
            <a:off x="3931921" y="536574"/>
            <a:ext cx="7780020" cy="5784853"/>
          </a:xfrm>
        </p:spPr>
        <p:txBody>
          <a:bodyPr/>
          <a:lstStyle/>
          <a:p>
            <a:r>
              <a:rPr lang="en-US"/>
              <a:t>Click icon to add picture</a:t>
            </a:r>
            <a:endParaRPr lang="en-US" dirty="0"/>
          </a:p>
        </p:txBody>
      </p:sp>
      <p:sp>
        <p:nvSpPr>
          <p:cNvPr id="2" name="Title 1">
            <a:extLst>
              <a:ext uri="{FF2B5EF4-FFF2-40B4-BE49-F238E27FC236}">
                <a16:creationId xmlns:a16="http://schemas.microsoft.com/office/drawing/2014/main" id="{6C25C416-A3A2-4CF9-9532-2C0BFB51CFDF}"/>
              </a:ext>
            </a:extLst>
          </p:cNvPr>
          <p:cNvSpPr>
            <a:spLocks noGrp="1"/>
          </p:cNvSpPr>
          <p:nvPr>
            <p:ph type="ctrTitle"/>
          </p:nvPr>
        </p:nvSpPr>
        <p:spPr>
          <a:xfrm>
            <a:off x="495300" y="1122363"/>
            <a:ext cx="4446270" cy="1874837"/>
          </a:xfrm>
        </p:spPr>
        <p:txBody>
          <a:bodyPr anchor="t">
            <a:noAutofit/>
          </a:bodyPr>
          <a:lstStyle>
            <a:lvl1pPr algn="l">
              <a:defRPr sz="6600">
                <a:solidFill>
                  <a:schemeClr val="accent3"/>
                </a:solidFill>
              </a:defRPr>
            </a:lvl1pPr>
          </a:lstStyle>
          <a:p>
            <a:r>
              <a:rPr lang="en-US"/>
              <a:t>Click to edit Master title style</a:t>
            </a:r>
          </a:p>
        </p:txBody>
      </p:sp>
      <p:sp>
        <p:nvSpPr>
          <p:cNvPr id="3" name="Subtitle 2">
            <a:extLst>
              <a:ext uri="{FF2B5EF4-FFF2-40B4-BE49-F238E27FC236}">
                <a16:creationId xmlns:a16="http://schemas.microsoft.com/office/drawing/2014/main" id="{43D32955-BB06-40DE-A14A-2170FD41AD52}"/>
              </a:ext>
            </a:extLst>
          </p:cNvPr>
          <p:cNvSpPr>
            <a:spLocks noGrp="1"/>
          </p:cNvSpPr>
          <p:nvPr>
            <p:ph type="subTitle" idx="1"/>
          </p:nvPr>
        </p:nvSpPr>
        <p:spPr>
          <a:xfrm>
            <a:off x="1145858" y="3779212"/>
            <a:ext cx="1708784" cy="1156332"/>
          </a:xfrm>
        </p:spPr>
        <p:txBody>
          <a:bodyPr/>
          <a:lstStyle>
            <a:lvl1pPr marL="0" indent="0" algn="l">
              <a:buNone/>
              <a:defRPr sz="2400">
                <a:solidFill>
                  <a:schemeClr val="accent3"/>
                </a:solidFill>
                <a:latin typeface="+mj-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cxnSp>
        <p:nvCxnSpPr>
          <p:cNvPr id="14" name="Straight Connector 13">
            <a:extLst>
              <a:ext uri="{FF2B5EF4-FFF2-40B4-BE49-F238E27FC236}">
                <a16:creationId xmlns:a16="http://schemas.microsoft.com/office/drawing/2014/main" id="{E6BAFCD4-E08A-4CBF-B3C6-F99D6523EB03}"/>
              </a:ext>
            </a:extLst>
          </p:cNvPr>
          <p:cNvCxnSpPr>
            <a:cxnSpLocks/>
          </p:cNvCxnSpPr>
          <p:nvPr userDrawn="1"/>
        </p:nvCxnSpPr>
        <p:spPr>
          <a:xfrm flipH="1">
            <a:off x="1145859" y="4757108"/>
            <a:ext cx="2306001"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13" name="Text Placeholder 10">
            <a:extLst>
              <a:ext uri="{FF2B5EF4-FFF2-40B4-BE49-F238E27FC236}">
                <a16:creationId xmlns:a16="http://schemas.microsoft.com/office/drawing/2014/main" id="{ACDE2589-A5DF-4CFB-80DA-F3EB6E9A25A6}"/>
              </a:ext>
            </a:extLst>
          </p:cNvPr>
          <p:cNvSpPr>
            <a:spLocks noGrp="1"/>
          </p:cNvSpPr>
          <p:nvPr>
            <p:ph type="body" sz="quarter" idx="34" hasCustomPrompt="1"/>
          </p:nvPr>
        </p:nvSpPr>
        <p:spPr>
          <a:xfrm>
            <a:off x="1145858" y="5579334"/>
            <a:ext cx="1708784" cy="1116118"/>
          </a:xfrm>
        </p:spPr>
        <p:txBody>
          <a:bodyPr>
            <a:normAutofit/>
          </a:bodyPr>
          <a:lstStyle>
            <a:lvl1pPr marL="0" indent="0" algn="l">
              <a:lnSpc>
                <a:spcPts val="1700"/>
              </a:lnSpc>
              <a:buNone/>
              <a:defRPr sz="1200">
                <a:solidFill>
                  <a:schemeClr val="accent3"/>
                </a:solidFill>
              </a:defRPr>
            </a:lvl1pPr>
          </a:lstStyle>
          <a:p>
            <a:pPr lvl="0"/>
            <a:r>
              <a:rPr lang="en-US"/>
              <a:t>Bullet Description</a:t>
            </a:r>
            <a:endParaRPr lang="en-ZA"/>
          </a:p>
        </p:txBody>
      </p:sp>
      <p:sp>
        <p:nvSpPr>
          <p:cNvPr id="11" name="Text Placeholder 4">
            <a:extLst>
              <a:ext uri="{FF2B5EF4-FFF2-40B4-BE49-F238E27FC236}">
                <a16:creationId xmlns:a16="http://schemas.microsoft.com/office/drawing/2014/main" id="{5CE3F9E1-78CA-4716-9303-F5DE95A9077D}"/>
              </a:ext>
            </a:extLst>
          </p:cNvPr>
          <p:cNvSpPr>
            <a:spLocks noGrp="1"/>
          </p:cNvSpPr>
          <p:nvPr>
            <p:ph type="body" sz="quarter" idx="14"/>
          </p:nvPr>
        </p:nvSpPr>
        <p:spPr>
          <a:xfrm>
            <a:off x="722376" y="3264408"/>
            <a:ext cx="1993392" cy="1993392"/>
          </a:xfrm>
          <a:noFill/>
        </p:spPr>
        <p:txBody>
          <a:bodyPr spcFirstLastPara="1" wrap="square" lIns="91440" tIns="45720" rIns="91440" bIns="45720" numCol="1">
            <a:prstTxWarp prst="textCircle">
              <a:avLst/>
            </a:prstTxWarp>
            <a:spAutoFit/>
          </a:bodyPr>
          <a:lstStyle>
            <a:lvl1pPr>
              <a:defRPr lang="en-US" sz="2000" b="0" cap="all" spc="0" baseline="0" dirty="0">
                <a:ln w="0"/>
                <a:solidFill>
                  <a:schemeClr val="accent1">
                    <a:lumMod val="75000"/>
                  </a:schemeClr>
                </a:solidFill>
              </a:defRPr>
            </a:lvl1pPr>
          </a:lstStyle>
          <a:p>
            <a:pPr marL="0" lvl="0" algn="ctr"/>
            <a:r>
              <a:rPr lang="en-US"/>
              <a:t>Click to edit Master text styles</a:t>
            </a:r>
          </a:p>
        </p:txBody>
      </p:sp>
    </p:spTree>
    <p:extLst>
      <p:ext uri="{BB962C8B-B14F-4D97-AF65-F5344CB8AC3E}">
        <p14:creationId xmlns:p14="http://schemas.microsoft.com/office/powerpoint/2010/main" val="1138353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4660D4-B0ED-42D9-BC6D-AF4F1F9CB6C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4C607AE-E8B7-4C3B-A6DA-04289E2F0A4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01917CC-671D-47EA-B065-51E87EC27B5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a:t>6/22/20XX</a:t>
            </a:r>
            <a:endParaRPr lang="en-US" dirty="0"/>
          </a:p>
        </p:txBody>
      </p:sp>
      <p:sp>
        <p:nvSpPr>
          <p:cNvPr id="5" name="Footer Placeholder 4">
            <a:extLst>
              <a:ext uri="{FF2B5EF4-FFF2-40B4-BE49-F238E27FC236}">
                <a16:creationId xmlns:a16="http://schemas.microsoft.com/office/drawing/2014/main" id="{3F2D0B54-5D87-4D1B-9C6E-5A7B87C833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C5CADFFD-0FF7-4DDC-8879-918576F63EA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46430519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1" r:id="rId4"/>
    <p:sldLayoutId id="2147483654" r:id="rId5"/>
    <p:sldLayoutId id="2147483667" r:id="rId6"/>
    <p:sldLayoutId id="2147483668" r:id="rId7"/>
    <p:sldLayoutId id="2147483669" r:id="rId8"/>
    <p:sldLayoutId id="2147483671" r:id="rId9"/>
    <p:sldLayoutId id="2147483672" r:id="rId10"/>
    <p:sldLayoutId id="2147483653" r:id="rId11"/>
    <p:sldLayoutId id="2147483663" r:id="rId12"/>
    <p:sldLayoutId id="2147483666" r:id="rId13"/>
    <p:sldLayoutId id="2147483678" r:id="rId14"/>
    <p:sldLayoutId id="2147483680" r:id="rId15"/>
    <p:sldLayoutId id="2147483679" r:id="rId16"/>
    <p:sldLayoutId id="2147483674" r:id="rId17"/>
    <p:sldLayoutId id="2147483675" r:id="rId18"/>
    <p:sldLayoutId id="2147483655" r:id="rId19"/>
    <p:sldLayoutId id="2147483676" r:id="rId20"/>
    <p:sldLayoutId id="2147483677" r:id="rId2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7.xml"/><Relationship Id="rId4" Type="http://schemas.openxmlformats.org/officeDocument/2006/relationships/image" Target="../media/image21.jpg"/></Relationships>
</file>

<file path=ppt/slides/_rels/slide3.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30.png"/><Relationship Id="rId3" Type="http://schemas.openxmlformats.org/officeDocument/2006/relationships/image" Target="../media/image25.svg"/><Relationship Id="rId7" Type="http://schemas.openxmlformats.org/officeDocument/2006/relationships/image" Target="../media/image29.svg"/><Relationship Id="rId2" Type="http://schemas.openxmlformats.org/officeDocument/2006/relationships/image" Target="../media/image24.png"/><Relationship Id="rId1" Type="http://schemas.openxmlformats.org/officeDocument/2006/relationships/slideLayout" Target="../slideLayouts/slideLayout4.xml"/><Relationship Id="rId6" Type="http://schemas.openxmlformats.org/officeDocument/2006/relationships/image" Target="../media/image28.png"/><Relationship Id="rId5" Type="http://schemas.openxmlformats.org/officeDocument/2006/relationships/image" Target="../media/image27.svg"/><Relationship Id="rId4" Type="http://schemas.openxmlformats.org/officeDocument/2006/relationships/image" Target="../media/image26.png"/><Relationship Id="rId9" Type="http://schemas.openxmlformats.org/officeDocument/2006/relationships/image" Target="../media/image31.svg"/></Relationships>
</file>

<file path=ppt/slides/_rels/slide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17.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7.xml"/><Relationship Id="rId6" Type="http://schemas.openxmlformats.org/officeDocument/2006/relationships/image" Target="../media/image46.png"/><Relationship Id="rId5" Type="http://schemas.openxmlformats.org/officeDocument/2006/relationships/image" Target="../media/image45.png"/><Relationship Id="rId4" Type="http://schemas.openxmlformats.org/officeDocument/2006/relationships/image" Target="../media/image44.png"/></Relationships>
</file>

<file path=ppt/slides/_rels/slide1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7.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1.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descr="A picture containing a clothing boutique. There are three women shopping.">
            <a:extLst>
              <a:ext uri="{FF2B5EF4-FFF2-40B4-BE49-F238E27FC236}">
                <a16:creationId xmlns:a16="http://schemas.microsoft.com/office/drawing/2014/main" id="{32238C12-2174-4712-863E-D187FCA60EF6}"/>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495300" y="536574"/>
            <a:ext cx="7620000" cy="5784853"/>
          </a:xfrm>
        </p:spPr>
      </p:pic>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3914775" y="855003"/>
            <a:ext cx="7781926" cy="3031197"/>
          </a:xfrm>
          <a:solidFill>
            <a:schemeClr val="accent4">
              <a:lumMod val="40000"/>
              <a:lumOff val="60000"/>
            </a:schemeClr>
          </a:solidFill>
        </p:spPr>
        <p:txBody>
          <a:bodyPr/>
          <a:lstStyle/>
          <a:p>
            <a:r>
              <a:rPr lang="en-US" sz="5400" b="1" dirty="0"/>
              <a:t>Online Retails Sales:</a:t>
            </a:r>
            <a:br>
              <a:rPr lang="en-US" sz="5400" b="1" dirty="0"/>
            </a:br>
            <a:r>
              <a:rPr lang="en-US" sz="5400" dirty="0"/>
              <a:t>Customer Segmentation and Profiling</a:t>
            </a:r>
            <a:br>
              <a:rPr lang="en-US" sz="5400" dirty="0"/>
            </a:br>
            <a:r>
              <a:rPr lang="en-US" sz="2000" dirty="0"/>
              <a:t>Probability and Statistics for Artificial Intelligence (AAI-500-IN2)</a:t>
            </a:r>
            <a:endParaRPr lang="en-US" sz="5400" dirty="0"/>
          </a:p>
        </p:txBody>
      </p:sp>
      <p:sp>
        <p:nvSpPr>
          <p:cNvPr id="3" name="Subtitle 2">
            <a:extLst>
              <a:ext uri="{FF2B5EF4-FFF2-40B4-BE49-F238E27FC236}">
                <a16:creationId xmlns:a16="http://schemas.microsoft.com/office/drawing/2014/main" id="{1901B20D-4C28-4DA3-ABBD-718C22A5E58B}"/>
              </a:ext>
            </a:extLst>
          </p:cNvPr>
          <p:cNvSpPr>
            <a:spLocks noGrp="1"/>
          </p:cNvSpPr>
          <p:nvPr>
            <p:ph type="subTitle" idx="1"/>
          </p:nvPr>
        </p:nvSpPr>
        <p:spPr>
          <a:xfrm>
            <a:off x="9768840" y="4723772"/>
            <a:ext cx="1349617" cy="892101"/>
          </a:xfrm>
        </p:spPr>
        <p:txBody>
          <a:bodyPr>
            <a:normAutofit fontScale="70000" lnSpcReduction="20000"/>
          </a:bodyPr>
          <a:lstStyle/>
          <a:p>
            <a:pPr algn="ctr"/>
            <a:r>
              <a:rPr lang="en-US" sz="3600" dirty="0"/>
              <a:t>AA500: Group 9</a:t>
            </a:r>
          </a:p>
        </p:txBody>
      </p:sp>
      <p:sp>
        <p:nvSpPr>
          <p:cNvPr id="31" name="Text Placeholder 30">
            <a:extLst>
              <a:ext uri="{FF2B5EF4-FFF2-40B4-BE49-F238E27FC236}">
                <a16:creationId xmlns:a16="http://schemas.microsoft.com/office/drawing/2014/main" id="{2AA5CFA6-DFAB-4166-9748-6F0CAB135BE6}"/>
              </a:ext>
            </a:extLst>
          </p:cNvPr>
          <p:cNvSpPr>
            <a:spLocks noGrp="1"/>
          </p:cNvSpPr>
          <p:nvPr>
            <p:ph type="body" sz="quarter" idx="14"/>
          </p:nvPr>
        </p:nvSpPr>
        <p:spPr>
          <a:xfrm>
            <a:off x="9426217" y="4009605"/>
            <a:ext cx="1993392" cy="1993392"/>
          </a:xfrm>
        </p:spPr>
        <p:txBody>
          <a:bodyPr/>
          <a:lstStyle/>
          <a:p>
            <a:r>
              <a:rPr lang="en-US" dirty="0"/>
              <a:t>WE HELP BUSINESSES GROW AND NURTURE A CONSUMER-FIRST MINDSET.</a:t>
            </a:r>
          </a:p>
        </p:txBody>
      </p:sp>
      <p:pic>
        <p:nvPicPr>
          <p:cNvPr id="5122" name="Picture 2">
            <a:extLst>
              <a:ext uri="{FF2B5EF4-FFF2-40B4-BE49-F238E27FC236}">
                <a16:creationId xmlns:a16="http://schemas.microsoft.com/office/drawing/2014/main" id="{7B36A683-F1C7-247D-47B4-2DBACA91FD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493" y="4404837"/>
            <a:ext cx="2422071" cy="24220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838200" y="4007165"/>
            <a:ext cx="10515600" cy="1004255"/>
          </a:xfrm>
        </p:spPr>
        <p:txBody>
          <a:bodyPr/>
          <a:lstStyle/>
          <a:p>
            <a:r>
              <a:rPr lang="en-US" dirty="0"/>
              <a:t>Meet the team</a:t>
            </a:r>
          </a:p>
        </p:txBody>
      </p:sp>
      <p:pic>
        <p:nvPicPr>
          <p:cNvPr id="24" name="Picture Placeholder 23">
            <a:extLst>
              <a:ext uri="{FF2B5EF4-FFF2-40B4-BE49-F238E27FC236}">
                <a16:creationId xmlns:a16="http://schemas.microsoft.com/office/drawing/2014/main" id="{0B2FD881-60C0-412B-B373-76C345F1EBA5}"/>
              </a:ext>
            </a:extLst>
          </p:cNvPr>
          <p:cNvPicPr>
            <a:picLocks noGrp="1" noChangeAspect="1"/>
          </p:cNvPicPr>
          <p:nvPr>
            <p:ph type="pic" sz="quarter" idx="13"/>
          </p:nvPr>
        </p:nvPicPr>
        <p:blipFill rotWithShape="1">
          <a:blip r:embed="rId2"/>
          <a:srcRect/>
          <a:stretch/>
        </p:blipFill>
        <p:spPr>
          <a:xfrm>
            <a:off x="2069179" y="510382"/>
            <a:ext cx="2743200" cy="2743200"/>
          </a:xfrm>
        </p:spPr>
      </p:pic>
      <p:pic>
        <p:nvPicPr>
          <p:cNvPr id="30" name="Picture Placeholder 29">
            <a:extLst>
              <a:ext uri="{FF2B5EF4-FFF2-40B4-BE49-F238E27FC236}">
                <a16:creationId xmlns:a16="http://schemas.microsoft.com/office/drawing/2014/main" id="{5160593B-7F71-433A-ABEB-B52EBE075187}"/>
              </a:ext>
            </a:extLst>
          </p:cNvPr>
          <p:cNvPicPr>
            <a:picLocks noGrp="1" noChangeAspect="1"/>
          </p:cNvPicPr>
          <p:nvPr>
            <p:ph type="pic" sz="quarter" idx="14"/>
          </p:nvPr>
        </p:nvPicPr>
        <p:blipFill rotWithShape="1">
          <a:blip r:embed="rId3"/>
          <a:srcRect/>
          <a:stretch/>
        </p:blipFill>
        <p:spPr>
          <a:xfrm>
            <a:off x="4812379" y="510382"/>
            <a:ext cx="2743200" cy="2743200"/>
          </a:xfrm>
        </p:spPr>
      </p:pic>
      <p:pic>
        <p:nvPicPr>
          <p:cNvPr id="32" name="Picture Placeholder 31">
            <a:extLst>
              <a:ext uri="{FF2B5EF4-FFF2-40B4-BE49-F238E27FC236}">
                <a16:creationId xmlns:a16="http://schemas.microsoft.com/office/drawing/2014/main" id="{2F4583C6-96F2-4E60-AC92-591CAEE2436C}"/>
              </a:ext>
            </a:extLst>
          </p:cNvPr>
          <p:cNvPicPr>
            <a:picLocks noGrp="1" noChangeAspect="1"/>
          </p:cNvPicPr>
          <p:nvPr>
            <p:ph type="pic" sz="quarter" idx="15"/>
          </p:nvPr>
        </p:nvPicPr>
        <p:blipFill>
          <a:blip r:embed="rId4"/>
          <a:srcRect/>
          <a:stretch/>
        </p:blipFill>
        <p:spPr>
          <a:xfrm>
            <a:off x="7555579" y="510382"/>
            <a:ext cx="2743200" cy="2743200"/>
          </a:xfrm>
        </p:spPr>
      </p:pic>
      <p:sp>
        <p:nvSpPr>
          <p:cNvPr id="7" name="Text Placeholder 6">
            <a:extLst>
              <a:ext uri="{FF2B5EF4-FFF2-40B4-BE49-F238E27FC236}">
                <a16:creationId xmlns:a16="http://schemas.microsoft.com/office/drawing/2014/main" id="{04C601CC-5B2F-4CCA-8AB4-2253FA771F75}"/>
              </a:ext>
            </a:extLst>
          </p:cNvPr>
          <p:cNvSpPr>
            <a:spLocks noGrp="1"/>
          </p:cNvSpPr>
          <p:nvPr>
            <p:ph type="body" sz="quarter" idx="33"/>
          </p:nvPr>
        </p:nvSpPr>
        <p:spPr>
          <a:xfrm>
            <a:off x="2133915" y="5180947"/>
            <a:ext cx="2743200" cy="422721"/>
          </a:xfrm>
        </p:spPr>
        <p:txBody>
          <a:bodyPr/>
          <a:lstStyle/>
          <a:p>
            <a:r>
              <a:rPr lang="en-US" dirty="0"/>
              <a:t>Nikhil Bembi</a:t>
            </a:r>
          </a:p>
        </p:txBody>
      </p:sp>
      <p:sp>
        <p:nvSpPr>
          <p:cNvPr id="60" name="Text Placeholder 59">
            <a:extLst>
              <a:ext uri="{FF2B5EF4-FFF2-40B4-BE49-F238E27FC236}">
                <a16:creationId xmlns:a16="http://schemas.microsoft.com/office/drawing/2014/main" id="{42829A7F-467F-4B5E-BAF9-59B6252FF5D4}"/>
              </a:ext>
            </a:extLst>
          </p:cNvPr>
          <p:cNvSpPr>
            <a:spLocks noGrp="1"/>
          </p:cNvSpPr>
          <p:nvPr>
            <p:ph type="body" sz="quarter" idx="34"/>
          </p:nvPr>
        </p:nvSpPr>
        <p:spPr>
          <a:xfrm>
            <a:off x="2133914" y="5644522"/>
            <a:ext cx="2972159" cy="829106"/>
          </a:xfrm>
        </p:spPr>
        <p:txBody>
          <a:bodyPr>
            <a:normAutofit/>
          </a:bodyPr>
          <a:lstStyle/>
          <a:p>
            <a:r>
              <a:rPr lang="en-US" dirty="0"/>
              <a:t>Team Lead</a:t>
            </a:r>
          </a:p>
          <a:p>
            <a:r>
              <a:rPr lang="en-US" dirty="0"/>
              <a:t>Led the work on the k-means and hierarchical clustering model.</a:t>
            </a:r>
          </a:p>
        </p:txBody>
      </p:sp>
      <p:sp>
        <p:nvSpPr>
          <p:cNvPr id="19" name="Text Placeholder 18">
            <a:extLst>
              <a:ext uri="{FF2B5EF4-FFF2-40B4-BE49-F238E27FC236}">
                <a16:creationId xmlns:a16="http://schemas.microsoft.com/office/drawing/2014/main" id="{DFD77723-BA0E-4903-BA70-BE8B1049D358}"/>
              </a:ext>
            </a:extLst>
          </p:cNvPr>
          <p:cNvSpPr>
            <a:spLocks noGrp="1"/>
          </p:cNvSpPr>
          <p:nvPr>
            <p:ph type="body" sz="quarter" idx="37"/>
          </p:nvPr>
        </p:nvSpPr>
        <p:spPr>
          <a:xfrm>
            <a:off x="4877115" y="5180947"/>
            <a:ext cx="2743200" cy="422721"/>
          </a:xfrm>
        </p:spPr>
        <p:txBody>
          <a:bodyPr/>
          <a:lstStyle/>
          <a:p>
            <a:r>
              <a:rPr lang="en-US" dirty="0"/>
              <a:t>Ms. </a:t>
            </a:r>
            <a:r>
              <a:rPr lang="en-US" dirty="0" err="1"/>
              <a:t>Nehpreet</a:t>
            </a:r>
            <a:r>
              <a:rPr lang="en-US" dirty="0"/>
              <a:t> Kaur</a:t>
            </a:r>
          </a:p>
        </p:txBody>
      </p:sp>
      <p:sp>
        <p:nvSpPr>
          <p:cNvPr id="20" name="Text Placeholder 19">
            <a:extLst>
              <a:ext uri="{FF2B5EF4-FFF2-40B4-BE49-F238E27FC236}">
                <a16:creationId xmlns:a16="http://schemas.microsoft.com/office/drawing/2014/main" id="{4700E54A-97ED-4802-87BA-D82F8BA8298E}"/>
              </a:ext>
            </a:extLst>
          </p:cNvPr>
          <p:cNvSpPr>
            <a:spLocks noGrp="1"/>
          </p:cNvSpPr>
          <p:nvPr>
            <p:ph type="body" sz="quarter" idx="38"/>
          </p:nvPr>
        </p:nvSpPr>
        <p:spPr>
          <a:xfrm>
            <a:off x="4877115" y="5644522"/>
            <a:ext cx="2743200" cy="703096"/>
          </a:xfrm>
        </p:spPr>
        <p:txBody>
          <a:bodyPr>
            <a:normAutofit lnSpcReduction="10000"/>
          </a:bodyPr>
          <a:lstStyle/>
          <a:p>
            <a:r>
              <a:rPr lang="en-US" dirty="0"/>
              <a:t>Team Member</a:t>
            </a:r>
          </a:p>
          <a:p>
            <a:r>
              <a:rPr lang="en-US" dirty="0"/>
              <a:t>Led the documentation and preparation of final submissions.</a:t>
            </a:r>
          </a:p>
        </p:txBody>
      </p:sp>
      <p:sp>
        <p:nvSpPr>
          <p:cNvPr id="21" name="Text Placeholder 20">
            <a:extLst>
              <a:ext uri="{FF2B5EF4-FFF2-40B4-BE49-F238E27FC236}">
                <a16:creationId xmlns:a16="http://schemas.microsoft.com/office/drawing/2014/main" id="{3DE81128-5EF2-423E-80FD-93C57A818335}"/>
              </a:ext>
            </a:extLst>
          </p:cNvPr>
          <p:cNvSpPr>
            <a:spLocks noGrp="1"/>
          </p:cNvSpPr>
          <p:nvPr>
            <p:ph type="body" sz="quarter" idx="39"/>
          </p:nvPr>
        </p:nvSpPr>
        <p:spPr>
          <a:xfrm>
            <a:off x="7630477" y="5180947"/>
            <a:ext cx="2733038" cy="422721"/>
          </a:xfrm>
        </p:spPr>
        <p:txBody>
          <a:bodyPr/>
          <a:lstStyle/>
          <a:p>
            <a:r>
              <a:rPr lang="en-US" dirty="0"/>
              <a:t>Tamayi Mlanda</a:t>
            </a:r>
          </a:p>
        </p:txBody>
      </p:sp>
      <p:sp>
        <p:nvSpPr>
          <p:cNvPr id="22" name="Text Placeholder 21">
            <a:extLst>
              <a:ext uri="{FF2B5EF4-FFF2-40B4-BE49-F238E27FC236}">
                <a16:creationId xmlns:a16="http://schemas.microsoft.com/office/drawing/2014/main" id="{8B797D6B-812C-4E80-8088-6BC4F219528E}"/>
              </a:ext>
            </a:extLst>
          </p:cNvPr>
          <p:cNvSpPr>
            <a:spLocks noGrp="1"/>
          </p:cNvSpPr>
          <p:nvPr>
            <p:ph type="body" sz="quarter" idx="40"/>
          </p:nvPr>
        </p:nvSpPr>
        <p:spPr>
          <a:xfrm>
            <a:off x="7630477" y="5644522"/>
            <a:ext cx="2733038" cy="711828"/>
          </a:xfrm>
        </p:spPr>
        <p:txBody>
          <a:bodyPr>
            <a:normAutofit lnSpcReduction="10000"/>
          </a:bodyPr>
          <a:lstStyle/>
          <a:p>
            <a:r>
              <a:rPr lang="en-US" dirty="0"/>
              <a:t>Team Member</a:t>
            </a:r>
          </a:p>
          <a:p>
            <a:r>
              <a:rPr lang="en-US" dirty="0"/>
              <a:t>Led the work on the EDA and RFM model.</a:t>
            </a:r>
          </a:p>
        </p:txBody>
      </p:sp>
      <p:sp>
        <p:nvSpPr>
          <p:cNvPr id="61" name="Date Placeholder 60">
            <a:extLst>
              <a:ext uri="{FF2B5EF4-FFF2-40B4-BE49-F238E27FC236}">
                <a16:creationId xmlns:a16="http://schemas.microsoft.com/office/drawing/2014/main" id="{ABBAA463-E5E3-4F3E-B126-D9685AE37675}"/>
              </a:ext>
            </a:extLst>
          </p:cNvPr>
          <p:cNvSpPr>
            <a:spLocks noGrp="1"/>
          </p:cNvSpPr>
          <p:nvPr>
            <p:ph type="dt" sz="half" idx="10"/>
          </p:nvPr>
        </p:nvSpPr>
        <p:spPr>
          <a:xfrm>
            <a:off x="838200" y="6356350"/>
            <a:ext cx="2743200" cy="365125"/>
          </a:xfrm>
        </p:spPr>
        <p:txBody>
          <a:bodyPr/>
          <a:lstStyle/>
          <a:p>
            <a:r>
              <a:rPr lang="en-US" dirty="0"/>
              <a:t>6/23/2025</a:t>
            </a:r>
          </a:p>
        </p:txBody>
      </p:sp>
      <p:sp>
        <p:nvSpPr>
          <p:cNvPr id="63" name="Slide Number Placeholder 62">
            <a:extLst>
              <a:ext uri="{FF2B5EF4-FFF2-40B4-BE49-F238E27FC236}">
                <a16:creationId xmlns:a16="http://schemas.microsoft.com/office/drawing/2014/main" id="{C8AD60CA-E071-4F79-8130-6A5789C8AAF4}"/>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2</a:t>
            </a:fld>
            <a:endParaRPr lang="en-US" dirty="0"/>
          </a:p>
        </p:txBody>
      </p:sp>
    </p:spTree>
    <p:extLst>
      <p:ext uri="{BB962C8B-B14F-4D97-AF65-F5344CB8AC3E}">
        <p14:creationId xmlns:p14="http://schemas.microsoft.com/office/powerpoint/2010/main" val="34774530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 Placeholder 26">
            <a:extLst>
              <a:ext uri="{FF2B5EF4-FFF2-40B4-BE49-F238E27FC236}">
                <a16:creationId xmlns:a16="http://schemas.microsoft.com/office/drawing/2014/main" id="{5ED85059-9DA7-4AE3-9C9C-D4BCB1FDA684}"/>
              </a:ext>
            </a:extLst>
          </p:cNvPr>
          <p:cNvSpPr>
            <a:spLocks noGrp="1"/>
          </p:cNvSpPr>
          <p:nvPr>
            <p:ph type="body" sz="quarter" idx="14"/>
          </p:nvPr>
        </p:nvSpPr>
        <p:spPr>
          <a:xfrm>
            <a:off x="552157" y="237751"/>
            <a:ext cx="1856232" cy="1856232"/>
          </a:xfrm>
        </p:spPr>
        <p:txBody>
          <a:bodyPr/>
          <a:lstStyle/>
          <a:p>
            <a:r>
              <a:rPr lang="en-US" dirty="0"/>
              <a:t>WE HELP BUSINESSES GROW AND NURTURE A CONSUMER-FIRST MINDSET.</a:t>
            </a:r>
          </a:p>
        </p:txBody>
      </p:sp>
      <p:sp>
        <p:nvSpPr>
          <p:cNvPr id="2" name="Title 1">
            <a:extLst>
              <a:ext uri="{FF2B5EF4-FFF2-40B4-BE49-F238E27FC236}">
                <a16:creationId xmlns:a16="http://schemas.microsoft.com/office/drawing/2014/main" id="{6719F29B-F233-48AF-8261-F33A4E079E3E}"/>
              </a:ext>
            </a:extLst>
          </p:cNvPr>
          <p:cNvSpPr>
            <a:spLocks noGrp="1"/>
          </p:cNvSpPr>
          <p:nvPr>
            <p:ph type="title"/>
          </p:nvPr>
        </p:nvSpPr>
        <p:spPr>
          <a:xfrm>
            <a:off x="1112889" y="604914"/>
            <a:ext cx="3598252" cy="759280"/>
          </a:xfrm>
        </p:spPr>
        <p:txBody>
          <a:bodyPr>
            <a:noAutofit/>
          </a:bodyPr>
          <a:lstStyle/>
          <a:p>
            <a:r>
              <a:rPr lang="en-ZA" sz="2400" dirty="0"/>
              <a:t>Dataset Selection</a:t>
            </a:r>
          </a:p>
        </p:txBody>
      </p:sp>
      <p:sp>
        <p:nvSpPr>
          <p:cNvPr id="3" name="Subtitle 2">
            <a:extLst>
              <a:ext uri="{FF2B5EF4-FFF2-40B4-BE49-F238E27FC236}">
                <a16:creationId xmlns:a16="http://schemas.microsoft.com/office/drawing/2014/main" id="{35E3EA69-4E0E-41BD-8095-A124225A2647}"/>
              </a:ext>
            </a:extLst>
          </p:cNvPr>
          <p:cNvSpPr>
            <a:spLocks noGrp="1"/>
          </p:cNvSpPr>
          <p:nvPr>
            <p:ph idx="1"/>
          </p:nvPr>
        </p:nvSpPr>
        <p:spPr>
          <a:xfrm>
            <a:off x="1267558" y="2453054"/>
            <a:ext cx="4218842" cy="3147645"/>
          </a:xfrm>
        </p:spPr>
        <p:txBody>
          <a:bodyPr vert="horz" lIns="0" tIns="45720" rIns="91440" bIns="45720" rtlCol="0" anchor="t">
            <a:normAutofit/>
          </a:bodyPr>
          <a:lstStyle/>
          <a:p>
            <a:r>
              <a:rPr lang="en-US" sz="1400" dirty="0"/>
              <a:t>We chose to work with the Online Retail sales dataset which is found at:</a:t>
            </a:r>
          </a:p>
          <a:p>
            <a:endParaRPr lang="en-US" sz="1400" dirty="0"/>
          </a:p>
          <a:p>
            <a:r>
              <a:rPr lang="en-US" sz="1400" dirty="0"/>
              <a:t>UCI Repository Dataset:</a:t>
            </a:r>
          </a:p>
          <a:p>
            <a:r>
              <a:rPr lang="en-US" sz="1400" dirty="0">
                <a:solidFill>
                  <a:schemeClr val="bg1"/>
                </a:solidFill>
              </a:rPr>
              <a:t>https://archive.ics.uci.edu/dataset/352/online+retail</a:t>
            </a:r>
            <a:br>
              <a:rPr lang="en-US" sz="1400" dirty="0">
                <a:solidFill>
                  <a:schemeClr val="bg1"/>
                </a:solidFill>
              </a:rPr>
            </a:br>
            <a:br>
              <a:rPr lang="en-US" sz="1400" dirty="0">
                <a:solidFill>
                  <a:schemeClr val="bg1"/>
                </a:solidFill>
              </a:rPr>
            </a:br>
            <a:br>
              <a:rPr lang="en-US" sz="1400" dirty="0">
                <a:solidFill>
                  <a:schemeClr val="bg1"/>
                </a:solidFill>
              </a:rPr>
            </a:br>
            <a:r>
              <a:rPr lang="en-US" sz="1400" dirty="0">
                <a:solidFill>
                  <a:schemeClr val="bg1"/>
                </a:solidFill>
              </a:rPr>
              <a:t>Project GitHub: https://github.com/nbembi/AA_500_USD_Group9_CustomerSegmentation/tree/dev </a:t>
            </a:r>
          </a:p>
          <a:p>
            <a:endParaRPr lang="en-US" sz="1400" dirty="0"/>
          </a:p>
        </p:txBody>
      </p:sp>
      <p:pic>
        <p:nvPicPr>
          <p:cNvPr id="17" name="Picture Placeholder 16" descr="A woman standing in front of a display of clothes&#10;&#10;">
            <a:extLst>
              <a:ext uri="{FF2B5EF4-FFF2-40B4-BE49-F238E27FC236}">
                <a16:creationId xmlns:a16="http://schemas.microsoft.com/office/drawing/2014/main" id="{6D9B0891-D7C3-40C5-8BEC-D9D22D684005}"/>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6068718" y="523875"/>
            <a:ext cx="5657850" cy="5810250"/>
          </a:xfrm>
        </p:spPr>
      </p:pic>
      <p:sp>
        <p:nvSpPr>
          <p:cNvPr id="50" name="Date Placeholder 49">
            <a:extLst>
              <a:ext uri="{FF2B5EF4-FFF2-40B4-BE49-F238E27FC236}">
                <a16:creationId xmlns:a16="http://schemas.microsoft.com/office/drawing/2014/main" id="{CDBF54DA-EC24-4B40-A54E-96572903C4E0}"/>
              </a:ext>
            </a:extLst>
          </p:cNvPr>
          <p:cNvSpPr>
            <a:spLocks noGrp="1"/>
          </p:cNvSpPr>
          <p:nvPr>
            <p:ph type="dt" sz="half" idx="10"/>
          </p:nvPr>
        </p:nvSpPr>
        <p:spPr>
          <a:xfrm>
            <a:off x="838200" y="6356350"/>
            <a:ext cx="2743200" cy="365125"/>
          </a:xfrm>
        </p:spPr>
        <p:txBody>
          <a:bodyPr/>
          <a:lstStyle/>
          <a:p>
            <a:r>
              <a:rPr lang="en-US" dirty="0"/>
              <a:t>6/23/2025</a:t>
            </a:r>
          </a:p>
        </p:txBody>
      </p:sp>
      <p:sp>
        <p:nvSpPr>
          <p:cNvPr id="4" name="Slide Number Placeholder 3">
            <a:extLst>
              <a:ext uri="{FF2B5EF4-FFF2-40B4-BE49-F238E27FC236}">
                <a16:creationId xmlns:a16="http://schemas.microsoft.com/office/drawing/2014/main" id="{328F602C-7F98-4C02-99D4-ED65E00D66A4}"/>
              </a:ext>
            </a:extLst>
          </p:cNvPr>
          <p:cNvSpPr>
            <a:spLocks noGrp="1"/>
          </p:cNvSpPr>
          <p:nvPr>
            <p:ph type="sldNum" sz="quarter" idx="12"/>
          </p:nvPr>
        </p:nvSpPr>
        <p:spPr>
          <a:xfrm>
            <a:off x="8610600" y="6356350"/>
            <a:ext cx="2743200" cy="365125"/>
          </a:xfrm>
        </p:spPr>
        <p:txBody>
          <a:bodyPr/>
          <a:lstStyle/>
          <a:p>
            <a:fld id="{19B51A1E-902D-48AF-9020-955120F399B6}" type="slidenum">
              <a:rPr lang="en-ZA" smtClean="0"/>
              <a:pPr/>
              <a:t>3</a:t>
            </a:fld>
            <a:endParaRPr lang="en-ZA" dirty="0"/>
          </a:p>
        </p:txBody>
      </p:sp>
      <p:sp>
        <p:nvSpPr>
          <p:cNvPr id="8" name="Text Placeholder 4">
            <a:extLst>
              <a:ext uri="{FF2B5EF4-FFF2-40B4-BE49-F238E27FC236}">
                <a16:creationId xmlns:a16="http://schemas.microsoft.com/office/drawing/2014/main" id="{65281FE1-3C17-4589-81D6-8580840DA54C}"/>
              </a:ext>
            </a:extLst>
          </p:cNvPr>
          <p:cNvSpPr txBox="1">
            <a:spLocks/>
          </p:cNvSpPr>
          <p:nvPr/>
        </p:nvSpPr>
        <p:spPr>
          <a:xfrm>
            <a:off x="1112889" y="4760356"/>
            <a:ext cx="3156438" cy="970935"/>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en-US" dirty="0"/>
          </a:p>
        </p:txBody>
      </p:sp>
    </p:spTree>
    <p:extLst>
      <p:ext uri="{BB962C8B-B14F-4D97-AF65-F5344CB8AC3E}">
        <p14:creationId xmlns:p14="http://schemas.microsoft.com/office/powerpoint/2010/main" val="2243494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708C79-A4AC-4B5D-92DF-600737E4D11A}"/>
              </a:ext>
            </a:extLst>
          </p:cNvPr>
          <p:cNvSpPr>
            <a:spLocks noGrp="1"/>
          </p:cNvSpPr>
          <p:nvPr>
            <p:ph type="title"/>
          </p:nvPr>
        </p:nvSpPr>
        <p:spPr>
          <a:xfrm>
            <a:off x="6662698" y="170074"/>
            <a:ext cx="4603750" cy="1226572"/>
          </a:xfrm>
        </p:spPr>
        <p:txBody>
          <a:bodyPr>
            <a:normAutofit/>
          </a:bodyPr>
          <a:lstStyle/>
          <a:p>
            <a:r>
              <a:rPr lang="en-US" dirty="0"/>
              <a:t>Problem</a:t>
            </a:r>
          </a:p>
        </p:txBody>
      </p:sp>
      <p:pic>
        <p:nvPicPr>
          <p:cNvPr id="69" name="Picture Placeholder 68" descr="Pairs of blue jeans hanging on a clothing rack.&#10;&#10;">
            <a:extLst>
              <a:ext uri="{FF2B5EF4-FFF2-40B4-BE49-F238E27FC236}">
                <a16:creationId xmlns:a16="http://schemas.microsoft.com/office/drawing/2014/main" id="{26DA75F1-4499-46E3-8E93-C380B7C6E99F}"/>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566736" y="525463"/>
            <a:ext cx="4962526" cy="5807075"/>
          </a:xfrm>
        </p:spPr>
      </p:pic>
      <p:sp>
        <p:nvSpPr>
          <p:cNvPr id="5" name="Text Placeholder 4">
            <a:extLst>
              <a:ext uri="{FF2B5EF4-FFF2-40B4-BE49-F238E27FC236}">
                <a16:creationId xmlns:a16="http://schemas.microsoft.com/office/drawing/2014/main" id="{AF86624C-064C-4D4F-B613-C815EDD797BC}"/>
              </a:ext>
            </a:extLst>
          </p:cNvPr>
          <p:cNvSpPr>
            <a:spLocks noGrp="1"/>
          </p:cNvSpPr>
          <p:nvPr>
            <p:ph type="body" idx="15"/>
          </p:nvPr>
        </p:nvSpPr>
        <p:spPr>
          <a:xfrm>
            <a:off x="7035800" y="1859273"/>
            <a:ext cx="4298950" cy="334668"/>
          </a:xfrm>
        </p:spPr>
        <p:txBody>
          <a:bodyPr>
            <a:normAutofit/>
          </a:bodyPr>
          <a:lstStyle/>
          <a:p>
            <a:r>
              <a:rPr lang="en-US" dirty="0"/>
              <a:t>Dataset selection</a:t>
            </a:r>
          </a:p>
        </p:txBody>
      </p:sp>
      <p:sp>
        <p:nvSpPr>
          <p:cNvPr id="3" name="Content Placeholder 2">
            <a:extLst>
              <a:ext uri="{FF2B5EF4-FFF2-40B4-BE49-F238E27FC236}">
                <a16:creationId xmlns:a16="http://schemas.microsoft.com/office/drawing/2014/main" id="{7D779DE4-CAEA-4617-897E-FEC9A2AC2D6A}"/>
              </a:ext>
            </a:extLst>
          </p:cNvPr>
          <p:cNvSpPr>
            <a:spLocks noGrp="1"/>
          </p:cNvSpPr>
          <p:nvPr>
            <p:ph type="body" idx="1"/>
          </p:nvPr>
        </p:nvSpPr>
        <p:spPr>
          <a:xfrm>
            <a:off x="7035800" y="2160591"/>
            <a:ext cx="4298950" cy="725701"/>
          </a:xfrm>
        </p:spPr>
        <p:txBody>
          <a:bodyPr vert="horz" lIns="91440" tIns="45720" rIns="91440" bIns="45720" rtlCol="0" anchor="t">
            <a:noAutofit/>
          </a:bodyPr>
          <a:lstStyle/>
          <a:p>
            <a:r>
              <a:rPr lang="en-US" sz="1000" dirty="0"/>
              <a:t>We chose the Online Retail dataset for a UK based online sales company. During our EDA, we formulated a number of research questions and possible areas for investigation.</a:t>
            </a:r>
          </a:p>
        </p:txBody>
      </p:sp>
      <p:sp>
        <p:nvSpPr>
          <p:cNvPr id="7" name="Text Placeholder 6">
            <a:extLst>
              <a:ext uri="{FF2B5EF4-FFF2-40B4-BE49-F238E27FC236}">
                <a16:creationId xmlns:a16="http://schemas.microsoft.com/office/drawing/2014/main" id="{009BC5DA-EF42-4CF4-AF0E-A65F3AC8C654}"/>
              </a:ext>
            </a:extLst>
          </p:cNvPr>
          <p:cNvSpPr>
            <a:spLocks noGrp="1"/>
          </p:cNvSpPr>
          <p:nvPr>
            <p:ph type="body" idx="17"/>
          </p:nvPr>
        </p:nvSpPr>
        <p:spPr>
          <a:xfrm>
            <a:off x="7035800" y="2970450"/>
            <a:ext cx="4298950" cy="334668"/>
          </a:xfrm>
        </p:spPr>
        <p:txBody>
          <a:bodyPr>
            <a:normAutofit/>
          </a:bodyPr>
          <a:lstStyle/>
          <a:p>
            <a:r>
              <a:rPr lang="en-US" dirty="0"/>
              <a:t>Market gap</a:t>
            </a:r>
          </a:p>
        </p:txBody>
      </p:sp>
      <p:sp>
        <p:nvSpPr>
          <p:cNvPr id="6" name="Text Placeholder 5">
            <a:extLst>
              <a:ext uri="{FF2B5EF4-FFF2-40B4-BE49-F238E27FC236}">
                <a16:creationId xmlns:a16="http://schemas.microsoft.com/office/drawing/2014/main" id="{FF27C6CE-351E-4F5B-A389-E4B6542A6784}"/>
              </a:ext>
            </a:extLst>
          </p:cNvPr>
          <p:cNvSpPr>
            <a:spLocks noGrp="1"/>
          </p:cNvSpPr>
          <p:nvPr>
            <p:ph type="body" idx="16"/>
          </p:nvPr>
        </p:nvSpPr>
        <p:spPr>
          <a:xfrm>
            <a:off x="7035799" y="3271767"/>
            <a:ext cx="4511535" cy="1311235"/>
          </a:xfrm>
        </p:spPr>
        <p:txBody>
          <a:bodyPr>
            <a:normAutofit/>
          </a:bodyPr>
          <a:lstStyle/>
          <a:p>
            <a:r>
              <a:rPr lang="en-US" sz="1000" dirty="0"/>
              <a:t>We have noticed that many customers are not returning to buy from the shop. We would like to identify the different groups of customers, understand their buying behavior and develop mitigation strategies to strengthen the relationships with these customers.</a:t>
            </a:r>
          </a:p>
        </p:txBody>
      </p:sp>
      <p:sp>
        <p:nvSpPr>
          <p:cNvPr id="9" name="Text Placeholder 8">
            <a:extLst>
              <a:ext uri="{FF2B5EF4-FFF2-40B4-BE49-F238E27FC236}">
                <a16:creationId xmlns:a16="http://schemas.microsoft.com/office/drawing/2014/main" id="{48101B1D-67EA-45C2-8240-D5F9BBACEB7E}"/>
              </a:ext>
            </a:extLst>
          </p:cNvPr>
          <p:cNvSpPr>
            <a:spLocks noGrp="1"/>
          </p:cNvSpPr>
          <p:nvPr>
            <p:ph type="body" idx="19"/>
          </p:nvPr>
        </p:nvSpPr>
        <p:spPr>
          <a:xfrm>
            <a:off x="7073898" y="4408177"/>
            <a:ext cx="4298950" cy="321101"/>
          </a:xfrm>
        </p:spPr>
        <p:txBody>
          <a:bodyPr>
            <a:normAutofit/>
          </a:bodyPr>
          <a:lstStyle/>
          <a:p>
            <a:r>
              <a:rPr lang="en-US" dirty="0"/>
              <a:t>Customers</a:t>
            </a:r>
          </a:p>
        </p:txBody>
      </p:sp>
      <p:sp>
        <p:nvSpPr>
          <p:cNvPr id="8" name="Text Placeholder 7">
            <a:extLst>
              <a:ext uri="{FF2B5EF4-FFF2-40B4-BE49-F238E27FC236}">
                <a16:creationId xmlns:a16="http://schemas.microsoft.com/office/drawing/2014/main" id="{2E190298-D334-4008-9B52-5DA33924AF1B}"/>
              </a:ext>
            </a:extLst>
          </p:cNvPr>
          <p:cNvSpPr>
            <a:spLocks noGrp="1"/>
          </p:cNvSpPr>
          <p:nvPr>
            <p:ph type="body" idx="18"/>
          </p:nvPr>
        </p:nvSpPr>
        <p:spPr>
          <a:xfrm>
            <a:off x="7073898" y="4778786"/>
            <a:ext cx="4298950" cy="507479"/>
          </a:xfrm>
        </p:spPr>
        <p:txBody>
          <a:bodyPr>
            <a:noAutofit/>
          </a:bodyPr>
          <a:lstStyle/>
          <a:p>
            <a:r>
              <a:rPr lang="en-US" sz="1000" dirty="0"/>
              <a:t>Customers are coming from different countries, especially the United Kingdom.</a:t>
            </a:r>
          </a:p>
        </p:txBody>
      </p:sp>
      <p:sp>
        <p:nvSpPr>
          <p:cNvPr id="10" name="Text Placeholder 9">
            <a:extLst>
              <a:ext uri="{FF2B5EF4-FFF2-40B4-BE49-F238E27FC236}">
                <a16:creationId xmlns:a16="http://schemas.microsoft.com/office/drawing/2014/main" id="{61FC4513-6C7F-49AA-AA6C-A40BE2C998C5}"/>
              </a:ext>
            </a:extLst>
          </p:cNvPr>
          <p:cNvSpPr>
            <a:spLocks noGrp="1"/>
          </p:cNvSpPr>
          <p:nvPr>
            <p:ph type="body" idx="20"/>
          </p:nvPr>
        </p:nvSpPr>
        <p:spPr>
          <a:xfrm>
            <a:off x="7054849" y="5795441"/>
            <a:ext cx="4298950" cy="365125"/>
          </a:xfrm>
        </p:spPr>
        <p:txBody>
          <a:bodyPr>
            <a:normAutofit/>
          </a:bodyPr>
          <a:lstStyle/>
          <a:p>
            <a:r>
              <a:rPr lang="en-US" sz="1000" dirty="0"/>
              <a:t>The average Customer spends an average of GBP 20.03 per order</a:t>
            </a:r>
          </a:p>
        </p:txBody>
      </p:sp>
      <p:sp>
        <p:nvSpPr>
          <p:cNvPr id="172" name="Date Placeholder 171">
            <a:extLst>
              <a:ext uri="{FF2B5EF4-FFF2-40B4-BE49-F238E27FC236}">
                <a16:creationId xmlns:a16="http://schemas.microsoft.com/office/drawing/2014/main" id="{97236E89-C764-4B44-A276-073225C8206B}"/>
              </a:ext>
            </a:extLst>
          </p:cNvPr>
          <p:cNvSpPr>
            <a:spLocks noGrp="1"/>
          </p:cNvSpPr>
          <p:nvPr>
            <p:ph type="dt" sz="half" idx="10"/>
          </p:nvPr>
        </p:nvSpPr>
        <p:spPr>
          <a:xfrm>
            <a:off x="838200" y="6356350"/>
            <a:ext cx="2743200" cy="365125"/>
          </a:xfrm>
        </p:spPr>
        <p:txBody>
          <a:bodyPr/>
          <a:lstStyle/>
          <a:p>
            <a:r>
              <a:rPr lang="en-US" dirty="0"/>
              <a:t>6/23/2025</a:t>
            </a:r>
          </a:p>
        </p:txBody>
      </p:sp>
      <p:sp>
        <p:nvSpPr>
          <p:cNvPr id="174" name="Slide Number Placeholder 173">
            <a:extLst>
              <a:ext uri="{FF2B5EF4-FFF2-40B4-BE49-F238E27FC236}">
                <a16:creationId xmlns:a16="http://schemas.microsoft.com/office/drawing/2014/main" id="{AE1BEBAA-2955-4EA2-8409-F46EC167DB9A}"/>
              </a:ext>
            </a:extLst>
          </p:cNvPr>
          <p:cNvSpPr>
            <a:spLocks noGrp="1"/>
          </p:cNvSpPr>
          <p:nvPr>
            <p:ph type="sldNum" sz="quarter" idx="12"/>
          </p:nvPr>
        </p:nvSpPr>
        <p:spPr>
          <a:xfrm>
            <a:off x="10036628" y="6356350"/>
            <a:ext cx="1317171" cy="365125"/>
          </a:xfrm>
        </p:spPr>
        <p:txBody>
          <a:bodyPr/>
          <a:lstStyle/>
          <a:p>
            <a:fld id="{B5CEABB6-07DC-46E8-9B57-56EC44A396E5}" type="slidenum">
              <a:rPr lang="en-US" smtClean="0"/>
              <a:pPr/>
              <a:t>4</a:t>
            </a:fld>
            <a:endParaRPr lang="en-US" dirty="0"/>
          </a:p>
        </p:txBody>
      </p:sp>
      <p:sp>
        <p:nvSpPr>
          <p:cNvPr id="12" name="Text Placeholder 11">
            <a:extLst>
              <a:ext uri="{FF2B5EF4-FFF2-40B4-BE49-F238E27FC236}">
                <a16:creationId xmlns:a16="http://schemas.microsoft.com/office/drawing/2014/main" id="{5229D7D3-3A94-7828-CEAA-737612C4AEDA}"/>
              </a:ext>
            </a:extLst>
          </p:cNvPr>
          <p:cNvSpPr>
            <a:spLocks noGrp="1"/>
          </p:cNvSpPr>
          <p:nvPr>
            <p:ph type="body" idx="21"/>
          </p:nvPr>
        </p:nvSpPr>
        <p:spPr>
          <a:xfrm>
            <a:off x="7054849" y="5494123"/>
            <a:ext cx="4298950" cy="321101"/>
          </a:xfrm>
        </p:spPr>
        <p:txBody>
          <a:bodyPr/>
          <a:lstStyle/>
          <a:p>
            <a:r>
              <a:rPr lang="en-US" dirty="0"/>
              <a:t>Financials</a:t>
            </a:r>
            <a:endParaRPr lang="en-ZW" dirty="0"/>
          </a:p>
        </p:txBody>
      </p:sp>
    </p:spTree>
    <p:extLst>
      <p:ext uri="{BB962C8B-B14F-4D97-AF65-F5344CB8AC3E}">
        <p14:creationId xmlns:p14="http://schemas.microsoft.com/office/powerpoint/2010/main" val="173856168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838200" y="365125"/>
            <a:ext cx="10515600" cy="1325563"/>
          </a:xfrm>
        </p:spPr>
        <p:txBody>
          <a:bodyPr>
            <a:normAutofit/>
          </a:bodyPr>
          <a:lstStyle/>
          <a:p>
            <a:r>
              <a:rPr lang="en-US" dirty="0"/>
              <a:t>Solution</a:t>
            </a:r>
          </a:p>
        </p:txBody>
      </p:sp>
      <p:pic>
        <p:nvPicPr>
          <p:cNvPr id="16" name="Content Placeholder 15" descr="Ecommerce outline">
            <a:extLst>
              <a:ext uri="{FF2B5EF4-FFF2-40B4-BE49-F238E27FC236}">
                <a16:creationId xmlns:a16="http://schemas.microsoft.com/office/drawing/2014/main" id="{6FF24885-E9BF-4E11-B11D-D2826551BCF9}"/>
              </a:ext>
            </a:extLst>
          </p:cNvPr>
          <p:cNvPicPr>
            <a:picLocks noGrp="1" noChangeAspect="1"/>
          </p:cNvPicPr>
          <p:nvPr>
            <p:ph sz="quarter" idx="46"/>
          </p:nvPr>
        </p:nvPicPr>
        <p:blipFill>
          <a:blip r:embed="rId2">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513681" y="2496344"/>
            <a:ext cx="914400" cy="914400"/>
          </a:xfrm>
        </p:spPr>
      </p:pic>
      <p:sp>
        <p:nvSpPr>
          <p:cNvPr id="4" name="Text Placeholder 3">
            <a:extLst>
              <a:ext uri="{FF2B5EF4-FFF2-40B4-BE49-F238E27FC236}">
                <a16:creationId xmlns:a16="http://schemas.microsoft.com/office/drawing/2014/main" id="{940D39C8-B1F1-42EF-8CD9-3AD32F6D79AA}"/>
              </a:ext>
            </a:extLst>
          </p:cNvPr>
          <p:cNvSpPr>
            <a:spLocks noGrp="1"/>
          </p:cNvSpPr>
          <p:nvPr>
            <p:ph type="body" sz="quarter" idx="33"/>
          </p:nvPr>
        </p:nvSpPr>
        <p:spPr>
          <a:xfrm>
            <a:off x="981075" y="3971432"/>
            <a:ext cx="1980000" cy="360000"/>
          </a:xfrm>
        </p:spPr>
        <p:txBody>
          <a:bodyPr>
            <a:normAutofit fontScale="85000" lnSpcReduction="10000"/>
          </a:bodyPr>
          <a:lstStyle/>
          <a:p>
            <a:r>
              <a:rPr lang="en-US" dirty="0"/>
              <a:t>Understand the Data</a:t>
            </a:r>
          </a:p>
        </p:txBody>
      </p:sp>
      <p:sp>
        <p:nvSpPr>
          <p:cNvPr id="5" name="Text Placeholder 4">
            <a:extLst>
              <a:ext uri="{FF2B5EF4-FFF2-40B4-BE49-F238E27FC236}">
                <a16:creationId xmlns:a16="http://schemas.microsoft.com/office/drawing/2014/main" id="{6C32B264-86C5-4719-9D12-2C89B955D52E}"/>
              </a:ext>
            </a:extLst>
          </p:cNvPr>
          <p:cNvSpPr>
            <a:spLocks noGrp="1"/>
          </p:cNvSpPr>
          <p:nvPr>
            <p:ph type="body" sz="quarter" idx="34"/>
          </p:nvPr>
        </p:nvSpPr>
        <p:spPr>
          <a:xfrm>
            <a:off x="981075" y="4644390"/>
            <a:ext cx="1980000" cy="1490080"/>
          </a:xfrm>
        </p:spPr>
        <p:txBody>
          <a:bodyPr>
            <a:normAutofit/>
          </a:bodyPr>
          <a:lstStyle/>
          <a:p>
            <a:r>
              <a:rPr lang="en-US" dirty="0"/>
              <a:t>Perform EDA to understand the dataset and check for data quality and statistical metrics and properties of the data.</a:t>
            </a:r>
          </a:p>
          <a:p>
            <a:endParaRPr lang="en-US" dirty="0"/>
          </a:p>
        </p:txBody>
      </p:sp>
      <p:pic>
        <p:nvPicPr>
          <p:cNvPr id="18" name="Content Placeholder 17" descr="Group outline">
            <a:extLst>
              <a:ext uri="{FF2B5EF4-FFF2-40B4-BE49-F238E27FC236}">
                <a16:creationId xmlns:a16="http://schemas.microsoft.com/office/drawing/2014/main" id="{4519A87B-B871-4979-BE2F-4ADBE8AA1B68}"/>
              </a:ext>
            </a:extLst>
          </p:cNvPr>
          <p:cNvPicPr>
            <a:picLocks noGrp="1" noChangeAspect="1"/>
          </p:cNvPicPr>
          <p:nvPr>
            <p:ph sz="quarter" idx="49"/>
          </p:nvPr>
        </p:nvPicPr>
        <p:blipFill>
          <a:blip r:embed="rId4">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4263231" y="2496344"/>
            <a:ext cx="914400" cy="914400"/>
          </a:xfrm>
        </p:spPr>
      </p:pic>
      <p:sp>
        <p:nvSpPr>
          <p:cNvPr id="6" name="Text Placeholder 5">
            <a:extLst>
              <a:ext uri="{FF2B5EF4-FFF2-40B4-BE49-F238E27FC236}">
                <a16:creationId xmlns:a16="http://schemas.microsoft.com/office/drawing/2014/main" id="{AEF729D8-8842-4E51-A541-DCAD67FB2EA9}"/>
              </a:ext>
            </a:extLst>
          </p:cNvPr>
          <p:cNvSpPr>
            <a:spLocks noGrp="1"/>
          </p:cNvSpPr>
          <p:nvPr>
            <p:ph type="body" sz="quarter" idx="35"/>
          </p:nvPr>
        </p:nvSpPr>
        <p:spPr>
          <a:xfrm>
            <a:off x="3731025" y="3971432"/>
            <a:ext cx="1980000" cy="360000"/>
          </a:xfrm>
        </p:spPr>
        <p:txBody>
          <a:bodyPr>
            <a:normAutofit fontScale="85000" lnSpcReduction="10000"/>
          </a:bodyPr>
          <a:lstStyle/>
          <a:p>
            <a:r>
              <a:rPr lang="en-US" dirty="0"/>
              <a:t>Customer Segments</a:t>
            </a:r>
          </a:p>
        </p:txBody>
      </p:sp>
      <p:sp>
        <p:nvSpPr>
          <p:cNvPr id="7" name="Text Placeholder 6">
            <a:extLst>
              <a:ext uri="{FF2B5EF4-FFF2-40B4-BE49-F238E27FC236}">
                <a16:creationId xmlns:a16="http://schemas.microsoft.com/office/drawing/2014/main" id="{AD03D287-7C97-43BE-ABCA-D242D29C3BE1}"/>
              </a:ext>
            </a:extLst>
          </p:cNvPr>
          <p:cNvSpPr>
            <a:spLocks noGrp="1"/>
          </p:cNvSpPr>
          <p:nvPr>
            <p:ph type="body" sz="quarter" idx="36"/>
          </p:nvPr>
        </p:nvSpPr>
        <p:spPr>
          <a:xfrm>
            <a:off x="3731025" y="4644390"/>
            <a:ext cx="1980000" cy="1490080"/>
          </a:xfrm>
        </p:spPr>
        <p:txBody>
          <a:bodyPr/>
          <a:lstStyle/>
          <a:p>
            <a:r>
              <a:rPr lang="en-US" dirty="0"/>
              <a:t>Perform a RFM analysis to understand the different customer groups.</a:t>
            </a:r>
          </a:p>
          <a:p>
            <a:endParaRPr lang="en-US" dirty="0"/>
          </a:p>
        </p:txBody>
      </p:sp>
      <p:pic>
        <p:nvPicPr>
          <p:cNvPr id="20" name="Content Placeholder 19" descr="Money outline">
            <a:extLst>
              <a:ext uri="{FF2B5EF4-FFF2-40B4-BE49-F238E27FC236}">
                <a16:creationId xmlns:a16="http://schemas.microsoft.com/office/drawing/2014/main" id="{3136C472-958E-4551-B801-A030BBD15483}"/>
              </a:ext>
            </a:extLst>
          </p:cNvPr>
          <p:cNvPicPr>
            <a:picLocks noGrp="1" noChangeAspect="1"/>
          </p:cNvPicPr>
          <p:nvPr>
            <p:ph sz="quarter" idx="50"/>
          </p:nvPr>
        </p:nvPicPr>
        <p:blipFill>
          <a:blip r:embed="rId6">
            <a:extLst>
              <a:ext uri="{28A0092B-C50C-407E-A947-70E740481C1C}">
                <a14:useLocalDpi xmlns:a14="http://schemas.microsoft.com/office/drawing/2010/main"/>
              </a:ext>
              <a:ext uri="{96DAC541-7B7A-43D3-8B79-37D633B846F1}">
                <asvg:svgBlip xmlns:asvg="http://schemas.microsoft.com/office/drawing/2016/SVG/main" r:embed="rId7"/>
              </a:ext>
            </a:extLst>
          </a:blip>
          <a:stretch>
            <a:fillRect/>
          </a:stretch>
        </p:blipFill>
        <p:spPr>
          <a:xfrm>
            <a:off x="7014369" y="2496344"/>
            <a:ext cx="914400" cy="914400"/>
          </a:xfrm>
        </p:spPr>
      </p:pic>
      <p:sp>
        <p:nvSpPr>
          <p:cNvPr id="8" name="Text Placeholder 7">
            <a:extLst>
              <a:ext uri="{FF2B5EF4-FFF2-40B4-BE49-F238E27FC236}">
                <a16:creationId xmlns:a16="http://schemas.microsoft.com/office/drawing/2014/main" id="{6AA50A97-0C1A-4F2C-ADF6-6DC29BFE4D61}"/>
              </a:ext>
            </a:extLst>
          </p:cNvPr>
          <p:cNvSpPr>
            <a:spLocks noGrp="1"/>
          </p:cNvSpPr>
          <p:nvPr>
            <p:ph type="body" sz="quarter" idx="37"/>
          </p:nvPr>
        </p:nvSpPr>
        <p:spPr>
          <a:xfrm>
            <a:off x="6480975" y="3971432"/>
            <a:ext cx="1980000" cy="360000"/>
          </a:xfrm>
        </p:spPr>
        <p:txBody>
          <a:bodyPr/>
          <a:lstStyle/>
          <a:p>
            <a:r>
              <a:rPr lang="en-US" dirty="0"/>
              <a:t>Data Modelling</a:t>
            </a:r>
          </a:p>
        </p:txBody>
      </p:sp>
      <p:sp>
        <p:nvSpPr>
          <p:cNvPr id="9" name="Text Placeholder 8">
            <a:extLst>
              <a:ext uri="{FF2B5EF4-FFF2-40B4-BE49-F238E27FC236}">
                <a16:creationId xmlns:a16="http://schemas.microsoft.com/office/drawing/2014/main" id="{58239B51-6DAC-4FB7-944F-DB02DB8A1DB2}"/>
              </a:ext>
            </a:extLst>
          </p:cNvPr>
          <p:cNvSpPr>
            <a:spLocks noGrp="1"/>
          </p:cNvSpPr>
          <p:nvPr>
            <p:ph type="body" sz="quarter" idx="38"/>
          </p:nvPr>
        </p:nvSpPr>
        <p:spPr>
          <a:xfrm>
            <a:off x="6480975" y="4644390"/>
            <a:ext cx="1980000" cy="1490080"/>
          </a:xfrm>
        </p:spPr>
        <p:txBody>
          <a:bodyPr/>
          <a:lstStyle/>
          <a:p>
            <a:r>
              <a:rPr lang="en-US" dirty="0"/>
              <a:t>Develop statistical models that help to understand the data and customer segments better.</a:t>
            </a:r>
          </a:p>
        </p:txBody>
      </p:sp>
      <p:pic>
        <p:nvPicPr>
          <p:cNvPr id="22" name="Content Placeholder 21" descr="Thumbs up sign outline">
            <a:extLst>
              <a:ext uri="{FF2B5EF4-FFF2-40B4-BE49-F238E27FC236}">
                <a16:creationId xmlns:a16="http://schemas.microsoft.com/office/drawing/2014/main" id="{5FEDC1CE-9A48-4F87-B8B7-59E0A9327A65}"/>
              </a:ext>
            </a:extLst>
          </p:cNvPr>
          <p:cNvPicPr>
            <a:picLocks noGrp="1" noChangeAspect="1"/>
          </p:cNvPicPr>
          <p:nvPr>
            <p:ph sz="quarter" idx="51"/>
          </p:nvPr>
        </p:nvPicPr>
        <p:blipFill>
          <a:blip r:embed="rId8">
            <a:extLst>
              <a:ext uri="{28A0092B-C50C-407E-A947-70E740481C1C}">
                <a14:useLocalDpi xmlns:a14="http://schemas.microsoft.com/office/drawing/2010/main"/>
              </a:ext>
              <a:ext uri="{96DAC541-7B7A-43D3-8B79-37D633B846F1}">
                <asvg:svgBlip xmlns:asvg="http://schemas.microsoft.com/office/drawing/2016/SVG/main" r:embed="rId9"/>
              </a:ext>
            </a:extLst>
          </a:blip>
          <a:stretch>
            <a:fillRect/>
          </a:stretch>
        </p:blipFill>
        <p:spPr>
          <a:xfrm>
            <a:off x="9716294" y="2496344"/>
            <a:ext cx="914400" cy="914400"/>
          </a:xfrm>
        </p:spPr>
      </p:pic>
      <p:sp>
        <p:nvSpPr>
          <p:cNvPr id="10" name="Text Placeholder 9">
            <a:extLst>
              <a:ext uri="{FF2B5EF4-FFF2-40B4-BE49-F238E27FC236}">
                <a16:creationId xmlns:a16="http://schemas.microsoft.com/office/drawing/2014/main" id="{7CE32A3A-587F-45B9-8FF3-A21B2574C395}"/>
              </a:ext>
            </a:extLst>
          </p:cNvPr>
          <p:cNvSpPr>
            <a:spLocks noGrp="1"/>
          </p:cNvSpPr>
          <p:nvPr>
            <p:ph type="body" sz="quarter" idx="47"/>
          </p:nvPr>
        </p:nvSpPr>
        <p:spPr>
          <a:xfrm>
            <a:off x="9184088" y="3971432"/>
            <a:ext cx="1980000" cy="360000"/>
          </a:xfrm>
        </p:spPr>
        <p:txBody>
          <a:bodyPr>
            <a:normAutofit fontScale="85000" lnSpcReduction="10000"/>
          </a:bodyPr>
          <a:lstStyle/>
          <a:p>
            <a:r>
              <a:rPr lang="en-US" dirty="0"/>
              <a:t>Advise the Business</a:t>
            </a:r>
          </a:p>
        </p:txBody>
      </p:sp>
      <p:sp>
        <p:nvSpPr>
          <p:cNvPr id="11" name="Text Placeholder 10">
            <a:extLst>
              <a:ext uri="{FF2B5EF4-FFF2-40B4-BE49-F238E27FC236}">
                <a16:creationId xmlns:a16="http://schemas.microsoft.com/office/drawing/2014/main" id="{B3D2B65E-985D-4E98-BA0E-667C921458A8}"/>
              </a:ext>
            </a:extLst>
          </p:cNvPr>
          <p:cNvSpPr>
            <a:spLocks noGrp="1"/>
          </p:cNvSpPr>
          <p:nvPr>
            <p:ph type="body" sz="quarter" idx="48"/>
          </p:nvPr>
        </p:nvSpPr>
        <p:spPr>
          <a:xfrm>
            <a:off x="9184087" y="4644390"/>
            <a:ext cx="1980000" cy="1490080"/>
          </a:xfrm>
        </p:spPr>
        <p:txBody>
          <a:bodyPr>
            <a:normAutofit/>
          </a:bodyPr>
          <a:lstStyle/>
          <a:p>
            <a:r>
              <a:rPr lang="en-US" dirty="0"/>
              <a:t>Provide recommendations and solutions to the business for strategies they can follow to improve sales and customer retention.</a:t>
            </a:r>
          </a:p>
        </p:txBody>
      </p:sp>
      <p:sp>
        <p:nvSpPr>
          <p:cNvPr id="64" name="Date Placeholder 63">
            <a:extLst>
              <a:ext uri="{FF2B5EF4-FFF2-40B4-BE49-F238E27FC236}">
                <a16:creationId xmlns:a16="http://schemas.microsoft.com/office/drawing/2014/main" id="{45C56C15-04A6-4290-9763-A1362FE7E120}"/>
              </a:ext>
            </a:extLst>
          </p:cNvPr>
          <p:cNvSpPr>
            <a:spLocks noGrp="1"/>
          </p:cNvSpPr>
          <p:nvPr>
            <p:ph type="dt" sz="half" idx="2"/>
          </p:nvPr>
        </p:nvSpPr>
        <p:spPr>
          <a:xfrm>
            <a:off x="838200" y="6356350"/>
            <a:ext cx="2743200" cy="365125"/>
          </a:xfrm>
        </p:spPr>
        <p:txBody>
          <a:bodyPr/>
          <a:lstStyle/>
          <a:p>
            <a:r>
              <a:rPr lang="en-US" dirty="0"/>
              <a:t>6/23/2025</a:t>
            </a:r>
          </a:p>
        </p:txBody>
      </p:sp>
      <p:sp>
        <p:nvSpPr>
          <p:cNvPr id="63" name="Slide Number Placeholder 62">
            <a:extLst>
              <a:ext uri="{FF2B5EF4-FFF2-40B4-BE49-F238E27FC236}">
                <a16:creationId xmlns:a16="http://schemas.microsoft.com/office/drawing/2014/main" id="{7774D196-C2DA-43A5-9A5E-AF7D6BC1353B}"/>
              </a:ext>
            </a:extLst>
          </p:cNvPr>
          <p:cNvSpPr>
            <a:spLocks noGrp="1"/>
          </p:cNvSpPr>
          <p:nvPr>
            <p:ph type="sldNum" sz="quarter" idx="11"/>
          </p:nvPr>
        </p:nvSpPr>
        <p:spPr>
          <a:xfrm>
            <a:off x="8610600" y="6356350"/>
            <a:ext cx="2743200" cy="365125"/>
          </a:xfrm>
        </p:spPr>
        <p:txBody>
          <a:bodyPr/>
          <a:lstStyle/>
          <a:p>
            <a:fld id="{19B51A1E-902D-48AF-9020-955120F399B6}" type="slidenum">
              <a:rPr lang="en-ZA" smtClean="0"/>
              <a:pPr/>
              <a:t>5</a:t>
            </a:fld>
            <a:endParaRPr lang="en-ZA" dirty="0"/>
          </a:p>
        </p:txBody>
      </p:sp>
    </p:spTree>
    <p:extLst>
      <p:ext uri="{BB962C8B-B14F-4D97-AF65-F5344CB8AC3E}">
        <p14:creationId xmlns:p14="http://schemas.microsoft.com/office/powerpoint/2010/main" val="159392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Placeholder 12" descr="Pairs of blue jeans hanging on a clothing rack.">
            <a:extLst>
              <a:ext uri="{FF2B5EF4-FFF2-40B4-BE49-F238E27FC236}">
                <a16:creationId xmlns:a16="http://schemas.microsoft.com/office/drawing/2014/main" id="{F1C2BE4B-E482-42FA-A56B-7095553DA557}"/>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4038600" y="508000"/>
            <a:ext cx="4114800" cy="5842000"/>
          </a:xfrm>
        </p:spPr>
      </p:pic>
      <p:sp>
        <p:nvSpPr>
          <p:cNvPr id="2" name="Title 1">
            <a:extLst>
              <a:ext uri="{FF2B5EF4-FFF2-40B4-BE49-F238E27FC236}">
                <a16:creationId xmlns:a16="http://schemas.microsoft.com/office/drawing/2014/main" id="{7291CFAB-A735-4A31-A51D-42FE1F5E94E0}"/>
              </a:ext>
            </a:extLst>
          </p:cNvPr>
          <p:cNvSpPr>
            <a:spLocks noGrp="1"/>
          </p:cNvSpPr>
          <p:nvPr>
            <p:ph type="title"/>
          </p:nvPr>
        </p:nvSpPr>
        <p:spPr>
          <a:xfrm>
            <a:off x="838200" y="365125"/>
            <a:ext cx="10515600" cy="1325563"/>
          </a:xfrm>
          <a:solidFill>
            <a:schemeClr val="accent4">
              <a:lumMod val="40000"/>
              <a:lumOff val="60000"/>
            </a:schemeClr>
          </a:solidFill>
        </p:spPr>
        <p:txBody>
          <a:bodyPr/>
          <a:lstStyle/>
          <a:p>
            <a:r>
              <a:rPr lang="en-US" dirty="0">
                <a:solidFill>
                  <a:schemeClr val="tx1"/>
                </a:solidFill>
              </a:rPr>
              <a:t>Recency, Frequency and Monetary Value (RFM) Analysis</a:t>
            </a:r>
          </a:p>
        </p:txBody>
      </p:sp>
      <p:sp>
        <p:nvSpPr>
          <p:cNvPr id="4" name="Content Placeholder 3">
            <a:extLst>
              <a:ext uri="{FF2B5EF4-FFF2-40B4-BE49-F238E27FC236}">
                <a16:creationId xmlns:a16="http://schemas.microsoft.com/office/drawing/2014/main" id="{8421587F-8DFD-4A31-9931-8A346A92D87A}"/>
              </a:ext>
            </a:extLst>
          </p:cNvPr>
          <p:cNvSpPr>
            <a:spLocks noGrp="1"/>
          </p:cNvSpPr>
          <p:nvPr>
            <p:ph type="body" sz="quarter" idx="33"/>
          </p:nvPr>
        </p:nvSpPr>
        <p:spPr>
          <a:xfrm>
            <a:off x="496500" y="2704606"/>
            <a:ext cx="2589600" cy="360000"/>
          </a:xfrm>
        </p:spPr>
        <p:txBody>
          <a:bodyPr vert="horz" lIns="91440" tIns="45720" rIns="91440" bIns="45720" rtlCol="0" anchor="t">
            <a:normAutofit/>
          </a:bodyPr>
          <a:lstStyle/>
          <a:p>
            <a:r>
              <a:rPr lang="en-ZA" dirty="0"/>
              <a:t>Quartiles</a:t>
            </a:r>
          </a:p>
        </p:txBody>
      </p:sp>
      <p:sp>
        <p:nvSpPr>
          <p:cNvPr id="5" name="Text Placeholder 4">
            <a:extLst>
              <a:ext uri="{FF2B5EF4-FFF2-40B4-BE49-F238E27FC236}">
                <a16:creationId xmlns:a16="http://schemas.microsoft.com/office/drawing/2014/main" id="{116537D5-4FEF-4664-81C1-2C05E3127183}"/>
              </a:ext>
            </a:extLst>
          </p:cNvPr>
          <p:cNvSpPr>
            <a:spLocks noGrp="1"/>
          </p:cNvSpPr>
          <p:nvPr>
            <p:ph type="body" sz="quarter" idx="34"/>
          </p:nvPr>
        </p:nvSpPr>
        <p:spPr>
          <a:xfrm>
            <a:off x="496500" y="3128324"/>
            <a:ext cx="2589600" cy="861420"/>
          </a:xfrm>
        </p:spPr>
        <p:txBody>
          <a:bodyPr/>
          <a:lstStyle/>
          <a:p>
            <a:r>
              <a:rPr lang="en-US" dirty="0"/>
              <a:t>Quartile-based scoring (1 - 4) will be used for simplicity and interpretability.</a:t>
            </a:r>
          </a:p>
        </p:txBody>
      </p:sp>
      <p:sp>
        <p:nvSpPr>
          <p:cNvPr id="6" name="Text Placeholder 5">
            <a:extLst>
              <a:ext uri="{FF2B5EF4-FFF2-40B4-BE49-F238E27FC236}">
                <a16:creationId xmlns:a16="http://schemas.microsoft.com/office/drawing/2014/main" id="{6C1DC5DE-A938-4B19-9529-EF9420C827CC}"/>
              </a:ext>
            </a:extLst>
          </p:cNvPr>
          <p:cNvSpPr>
            <a:spLocks noGrp="1"/>
          </p:cNvSpPr>
          <p:nvPr>
            <p:ph type="body" sz="quarter" idx="35"/>
          </p:nvPr>
        </p:nvSpPr>
        <p:spPr>
          <a:xfrm>
            <a:off x="496500" y="4530478"/>
            <a:ext cx="2589600" cy="360000"/>
          </a:xfrm>
        </p:spPr>
        <p:txBody>
          <a:bodyPr>
            <a:normAutofit fontScale="85000" lnSpcReduction="10000"/>
          </a:bodyPr>
          <a:lstStyle/>
          <a:p>
            <a:r>
              <a:rPr lang="en-ZA" dirty="0"/>
              <a:t>Distribution of RFM Scores</a:t>
            </a:r>
          </a:p>
          <a:p>
            <a:endParaRPr lang="en-US" dirty="0"/>
          </a:p>
        </p:txBody>
      </p:sp>
      <p:sp>
        <p:nvSpPr>
          <p:cNvPr id="7" name="Text Placeholder 6">
            <a:extLst>
              <a:ext uri="{FF2B5EF4-FFF2-40B4-BE49-F238E27FC236}">
                <a16:creationId xmlns:a16="http://schemas.microsoft.com/office/drawing/2014/main" id="{A21BDD33-CAD9-4927-AB65-90B332429452}"/>
              </a:ext>
            </a:extLst>
          </p:cNvPr>
          <p:cNvSpPr>
            <a:spLocks noGrp="1"/>
          </p:cNvSpPr>
          <p:nvPr>
            <p:ph type="body" sz="quarter" idx="36"/>
          </p:nvPr>
        </p:nvSpPr>
        <p:spPr>
          <a:xfrm>
            <a:off x="496500" y="4954196"/>
            <a:ext cx="2589600" cy="861420"/>
          </a:xfrm>
        </p:spPr>
        <p:txBody>
          <a:bodyPr>
            <a:normAutofit fontScale="92500"/>
          </a:bodyPr>
          <a:lstStyle/>
          <a:p>
            <a:r>
              <a:rPr lang="en-US" dirty="0"/>
              <a:t>Understand the proportion of high-value vs. low-value customers, which is critical for marketing strategies</a:t>
            </a:r>
          </a:p>
        </p:txBody>
      </p:sp>
      <p:sp>
        <p:nvSpPr>
          <p:cNvPr id="8" name="Text Placeholder 7">
            <a:extLst>
              <a:ext uri="{FF2B5EF4-FFF2-40B4-BE49-F238E27FC236}">
                <a16:creationId xmlns:a16="http://schemas.microsoft.com/office/drawing/2014/main" id="{1733CDA7-336E-4E02-B96B-4F2DADBE084D}"/>
              </a:ext>
            </a:extLst>
          </p:cNvPr>
          <p:cNvSpPr>
            <a:spLocks noGrp="1"/>
          </p:cNvSpPr>
          <p:nvPr>
            <p:ph type="body" sz="quarter" idx="37"/>
          </p:nvPr>
        </p:nvSpPr>
        <p:spPr>
          <a:xfrm>
            <a:off x="9105900" y="2704606"/>
            <a:ext cx="2589600" cy="360000"/>
          </a:xfrm>
        </p:spPr>
        <p:txBody>
          <a:bodyPr>
            <a:normAutofit fontScale="77500" lnSpcReduction="20000"/>
          </a:bodyPr>
          <a:lstStyle/>
          <a:p>
            <a:r>
              <a:rPr lang="en-ZA" dirty="0"/>
              <a:t>Recency vs Monetary Analysis</a:t>
            </a:r>
          </a:p>
          <a:p>
            <a:endParaRPr lang="en-US" dirty="0"/>
          </a:p>
        </p:txBody>
      </p:sp>
      <p:sp>
        <p:nvSpPr>
          <p:cNvPr id="9" name="Text Placeholder 8">
            <a:extLst>
              <a:ext uri="{FF2B5EF4-FFF2-40B4-BE49-F238E27FC236}">
                <a16:creationId xmlns:a16="http://schemas.microsoft.com/office/drawing/2014/main" id="{1079947F-8167-49E5-9FB8-4518041AB66E}"/>
              </a:ext>
            </a:extLst>
          </p:cNvPr>
          <p:cNvSpPr>
            <a:spLocks noGrp="1"/>
          </p:cNvSpPr>
          <p:nvPr>
            <p:ph type="body" sz="quarter" idx="38"/>
          </p:nvPr>
        </p:nvSpPr>
        <p:spPr>
          <a:xfrm>
            <a:off x="9105900" y="3128324"/>
            <a:ext cx="2589600" cy="861420"/>
          </a:xfrm>
        </p:spPr>
        <p:txBody>
          <a:bodyPr>
            <a:normAutofit fontScale="85000" lnSpcReduction="10000"/>
          </a:bodyPr>
          <a:lstStyle/>
          <a:p>
            <a:r>
              <a:rPr lang="en-ZA" dirty="0"/>
              <a:t>Insights into customer behaviour based on Recency (days since  last purchase) and Monetary value (total spend).</a:t>
            </a:r>
            <a:endParaRPr lang="en-US" dirty="0"/>
          </a:p>
        </p:txBody>
      </p:sp>
      <p:sp>
        <p:nvSpPr>
          <p:cNvPr id="10" name="Text Placeholder 9">
            <a:extLst>
              <a:ext uri="{FF2B5EF4-FFF2-40B4-BE49-F238E27FC236}">
                <a16:creationId xmlns:a16="http://schemas.microsoft.com/office/drawing/2014/main" id="{B7BACDC5-1452-40B4-B2AA-2B4FB4BC0A18}"/>
              </a:ext>
            </a:extLst>
          </p:cNvPr>
          <p:cNvSpPr>
            <a:spLocks noGrp="1"/>
          </p:cNvSpPr>
          <p:nvPr>
            <p:ph type="body" sz="quarter" idx="39"/>
          </p:nvPr>
        </p:nvSpPr>
        <p:spPr>
          <a:xfrm>
            <a:off x="9105900" y="4530478"/>
            <a:ext cx="2589600" cy="360000"/>
          </a:xfrm>
        </p:spPr>
        <p:txBody>
          <a:bodyPr>
            <a:normAutofit fontScale="77500" lnSpcReduction="20000"/>
          </a:bodyPr>
          <a:lstStyle/>
          <a:p>
            <a:r>
              <a:rPr lang="en-ZA" dirty="0"/>
              <a:t>Customer Spending Patterns</a:t>
            </a:r>
          </a:p>
          <a:p>
            <a:endParaRPr lang="en-US" dirty="0"/>
          </a:p>
        </p:txBody>
      </p:sp>
      <p:sp>
        <p:nvSpPr>
          <p:cNvPr id="11" name="Text Placeholder 10">
            <a:extLst>
              <a:ext uri="{FF2B5EF4-FFF2-40B4-BE49-F238E27FC236}">
                <a16:creationId xmlns:a16="http://schemas.microsoft.com/office/drawing/2014/main" id="{21D2ECED-459E-4CC1-93F2-57BBD079EF15}"/>
              </a:ext>
            </a:extLst>
          </p:cNvPr>
          <p:cNvSpPr>
            <a:spLocks noGrp="1"/>
          </p:cNvSpPr>
          <p:nvPr>
            <p:ph type="body" sz="quarter" idx="40"/>
          </p:nvPr>
        </p:nvSpPr>
        <p:spPr>
          <a:xfrm>
            <a:off x="9105900" y="4954196"/>
            <a:ext cx="2589600" cy="861420"/>
          </a:xfrm>
        </p:spPr>
        <p:txBody>
          <a:bodyPr/>
          <a:lstStyle/>
          <a:p>
            <a:r>
              <a:rPr lang="en-ZA" dirty="0"/>
              <a:t>Understand the behaviour our customers spending patterns.</a:t>
            </a:r>
            <a:endParaRPr lang="en-US" dirty="0"/>
          </a:p>
        </p:txBody>
      </p:sp>
      <p:sp>
        <p:nvSpPr>
          <p:cNvPr id="14" name="Date Placeholder 13">
            <a:extLst>
              <a:ext uri="{FF2B5EF4-FFF2-40B4-BE49-F238E27FC236}">
                <a16:creationId xmlns:a16="http://schemas.microsoft.com/office/drawing/2014/main" id="{1B579A59-48B3-4AD2-AD69-B82AA3F5EBBD}"/>
              </a:ext>
            </a:extLst>
          </p:cNvPr>
          <p:cNvSpPr>
            <a:spLocks noGrp="1"/>
          </p:cNvSpPr>
          <p:nvPr>
            <p:ph type="dt" sz="half" idx="10"/>
          </p:nvPr>
        </p:nvSpPr>
        <p:spPr>
          <a:xfrm>
            <a:off x="838200" y="6356350"/>
            <a:ext cx="2743200" cy="365125"/>
          </a:xfrm>
        </p:spPr>
        <p:txBody>
          <a:bodyPr/>
          <a:lstStyle/>
          <a:p>
            <a:r>
              <a:rPr lang="en-US" dirty="0"/>
              <a:t>6/23/2025</a:t>
            </a:r>
          </a:p>
        </p:txBody>
      </p:sp>
      <p:sp>
        <p:nvSpPr>
          <p:cNvPr id="16" name="Slide Number Placeholder 15">
            <a:extLst>
              <a:ext uri="{FF2B5EF4-FFF2-40B4-BE49-F238E27FC236}">
                <a16:creationId xmlns:a16="http://schemas.microsoft.com/office/drawing/2014/main" id="{E547C99D-A54A-4305-AC4B-9D2B2EC9B234}"/>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spTree>
    <p:extLst>
      <p:ext uri="{BB962C8B-B14F-4D97-AF65-F5344CB8AC3E}">
        <p14:creationId xmlns:p14="http://schemas.microsoft.com/office/powerpoint/2010/main" val="6279115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9427B-BB6B-FE14-7A08-06971C9303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9100C1-F08B-C81B-A9CB-8D72E68AC8A5}"/>
              </a:ext>
            </a:extLst>
          </p:cNvPr>
          <p:cNvSpPr>
            <a:spLocks noGrp="1"/>
          </p:cNvSpPr>
          <p:nvPr>
            <p:ph type="title"/>
          </p:nvPr>
        </p:nvSpPr>
        <p:spPr>
          <a:xfrm>
            <a:off x="615043" y="191722"/>
            <a:ext cx="10515600" cy="1004255"/>
          </a:xfrm>
        </p:spPr>
        <p:txBody>
          <a:bodyPr/>
          <a:lstStyle/>
          <a:p>
            <a:r>
              <a:rPr lang="en-US" dirty="0"/>
              <a:t>Meet the team</a:t>
            </a:r>
          </a:p>
        </p:txBody>
      </p:sp>
      <p:sp>
        <p:nvSpPr>
          <p:cNvPr id="61" name="Date Placeholder 60">
            <a:extLst>
              <a:ext uri="{FF2B5EF4-FFF2-40B4-BE49-F238E27FC236}">
                <a16:creationId xmlns:a16="http://schemas.microsoft.com/office/drawing/2014/main" id="{83B82430-E20A-18BA-71A0-23D17EE7EB5B}"/>
              </a:ext>
            </a:extLst>
          </p:cNvPr>
          <p:cNvSpPr>
            <a:spLocks noGrp="1"/>
          </p:cNvSpPr>
          <p:nvPr>
            <p:ph type="dt" sz="half" idx="10"/>
          </p:nvPr>
        </p:nvSpPr>
        <p:spPr>
          <a:xfrm>
            <a:off x="838200" y="6356350"/>
            <a:ext cx="2743200" cy="365125"/>
          </a:xfrm>
        </p:spPr>
        <p:txBody>
          <a:bodyPr/>
          <a:lstStyle/>
          <a:p>
            <a:r>
              <a:rPr lang="en-US" dirty="0"/>
              <a:t>6/23/2025</a:t>
            </a:r>
          </a:p>
        </p:txBody>
      </p:sp>
      <p:sp>
        <p:nvSpPr>
          <p:cNvPr id="63" name="Slide Number Placeholder 62">
            <a:extLst>
              <a:ext uri="{FF2B5EF4-FFF2-40B4-BE49-F238E27FC236}">
                <a16:creationId xmlns:a16="http://schemas.microsoft.com/office/drawing/2014/main" id="{885D2DC1-A6EB-753E-7398-093814BA954D}"/>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7</a:t>
            </a:fld>
            <a:endParaRPr lang="en-US" dirty="0"/>
          </a:p>
        </p:txBody>
      </p:sp>
      <p:sp>
        <p:nvSpPr>
          <p:cNvPr id="27" name="Title 1">
            <a:extLst>
              <a:ext uri="{FF2B5EF4-FFF2-40B4-BE49-F238E27FC236}">
                <a16:creationId xmlns:a16="http://schemas.microsoft.com/office/drawing/2014/main" id="{5042BCC7-FA0A-892F-08EE-62F1ED97C871}"/>
              </a:ext>
            </a:extLst>
          </p:cNvPr>
          <p:cNvSpPr txBox="1">
            <a:spLocks/>
          </p:cNvSpPr>
          <p:nvPr/>
        </p:nvSpPr>
        <p:spPr>
          <a:xfrm>
            <a:off x="838200" y="136525"/>
            <a:ext cx="10515600" cy="777875"/>
          </a:xfrm>
          <a:prstGeom prst="rect">
            <a:avLst/>
          </a:prstGeom>
          <a:solidFill>
            <a:schemeClr val="accent4">
              <a:lumMod val="40000"/>
              <a:lumOff val="60000"/>
            </a:scheme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1"/>
                </a:solidFill>
                <a:latin typeface="+mj-lt"/>
                <a:ea typeface="+mj-ea"/>
                <a:cs typeface="+mj-cs"/>
              </a:defRPr>
            </a:lvl1pPr>
          </a:lstStyle>
          <a:p>
            <a:r>
              <a:rPr lang="en-US" dirty="0">
                <a:solidFill>
                  <a:schemeClr val="tx1"/>
                </a:solidFill>
              </a:rPr>
              <a:t>RFM Analysis Outputs</a:t>
            </a:r>
          </a:p>
        </p:txBody>
      </p:sp>
      <p:pic>
        <p:nvPicPr>
          <p:cNvPr id="28" name="Picture 27">
            <a:extLst>
              <a:ext uri="{FF2B5EF4-FFF2-40B4-BE49-F238E27FC236}">
                <a16:creationId xmlns:a16="http://schemas.microsoft.com/office/drawing/2014/main" id="{4243C601-A959-A012-C0FB-C535721A22AB}"/>
              </a:ext>
            </a:extLst>
          </p:cNvPr>
          <p:cNvPicPr>
            <a:picLocks noChangeAspect="1"/>
          </p:cNvPicPr>
          <p:nvPr/>
        </p:nvPicPr>
        <p:blipFill>
          <a:blip r:embed="rId2"/>
          <a:stretch>
            <a:fillRect/>
          </a:stretch>
        </p:blipFill>
        <p:spPr>
          <a:xfrm>
            <a:off x="68716" y="1079623"/>
            <a:ext cx="3028270" cy="1938810"/>
          </a:xfrm>
          <a:prstGeom prst="rect">
            <a:avLst/>
          </a:prstGeom>
        </p:spPr>
      </p:pic>
      <p:pic>
        <p:nvPicPr>
          <p:cNvPr id="29" name="Picture 28">
            <a:extLst>
              <a:ext uri="{FF2B5EF4-FFF2-40B4-BE49-F238E27FC236}">
                <a16:creationId xmlns:a16="http://schemas.microsoft.com/office/drawing/2014/main" id="{91E2FC89-7C45-5F4F-CEA0-6DA26989B81B}"/>
              </a:ext>
            </a:extLst>
          </p:cNvPr>
          <p:cNvPicPr>
            <a:picLocks noChangeAspect="1"/>
          </p:cNvPicPr>
          <p:nvPr/>
        </p:nvPicPr>
        <p:blipFill>
          <a:blip r:embed="rId3"/>
          <a:stretch>
            <a:fillRect/>
          </a:stretch>
        </p:blipFill>
        <p:spPr>
          <a:xfrm>
            <a:off x="3205842" y="1079622"/>
            <a:ext cx="2928257" cy="1923293"/>
          </a:xfrm>
          <a:prstGeom prst="rect">
            <a:avLst/>
          </a:prstGeom>
        </p:spPr>
      </p:pic>
      <p:pic>
        <p:nvPicPr>
          <p:cNvPr id="31" name="Picture 30">
            <a:extLst>
              <a:ext uri="{FF2B5EF4-FFF2-40B4-BE49-F238E27FC236}">
                <a16:creationId xmlns:a16="http://schemas.microsoft.com/office/drawing/2014/main" id="{809B8D99-F124-5EF3-FFB6-C4E33ECEC3E6}"/>
              </a:ext>
            </a:extLst>
          </p:cNvPr>
          <p:cNvPicPr>
            <a:picLocks noChangeAspect="1"/>
          </p:cNvPicPr>
          <p:nvPr/>
        </p:nvPicPr>
        <p:blipFill>
          <a:blip r:embed="rId4"/>
          <a:stretch>
            <a:fillRect/>
          </a:stretch>
        </p:blipFill>
        <p:spPr>
          <a:xfrm>
            <a:off x="68716" y="3130074"/>
            <a:ext cx="6065383" cy="3225455"/>
          </a:xfrm>
          <a:prstGeom prst="rect">
            <a:avLst/>
          </a:prstGeom>
        </p:spPr>
      </p:pic>
      <p:pic>
        <p:nvPicPr>
          <p:cNvPr id="2050" name="Picture 2">
            <a:extLst>
              <a:ext uri="{FF2B5EF4-FFF2-40B4-BE49-F238E27FC236}">
                <a16:creationId xmlns:a16="http://schemas.microsoft.com/office/drawing/2014/main" id="{B03FF015-5D68-1FBF-6424-C5A02C4775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08289" y="1079622"/>
            <a:ext cx="3166322" cy="1923293"/>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CE45105E-1A66-7786-B9FB-794F6A26290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208289" y="3130075"/>
            <a:ext cx="3166322" cy="182360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599B3B53-97CE-DDBD-68CD-4D5E1F2F2F3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448801" y="1056413"/>
            <a:ext cx="2309469" cy="194650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287AA0AD-35BB-FC91-0895-3B7221BC3CE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448801" y="3130074"/>
            <a:ext cx="2643515" cy="1823602"/>
          </a:xfrm>
          <a:prstGeom prst="rect">
            <a:avLst/>
          </a:prstGeom>
          <a:noFill/>
          <a:extLst>
            <a:ext uri="{909E8E84-426E-40DD-AFC4-6F175D3DCCD1}">
              <a14:hiddenFill xmlns:a14="http://schemas.microsoft.com/office/drawing/2010/main">
                <a:solidFill>
                  <a:srgbClr val="FFFFFF"/>
                </a:solidFill>
              </a14:hiddenFill>
            </a:ext>
          </a:extLst>
        </p:spPr>
      </p:pic>
      <p:sp>
        <p:nvSpPr>
          <p:cNvPr id="33" name="Text Placeholder 4">
            <a:extLst>
              <a:ext uri="{FF2B5EF4-FFF2-40B4-BE49-F238E27FC236}">
                <a16:creationId xmlns:a16="http://schemas.microsoft.com/office/drawing/2014/main" id="{B4292A81-6AB5-87C8-967A-1A343702DD89}"/>
              </a:ext>
            </a:extLst>
          </p:cNvPr>
          <p:cNvSpPr txBox="1">
            <a:spLocks/>
          </p:cNvSpPr>
          <p:nvPr/>
        </p:nvSpPr>
        <p:spPr>
          <a:xfrm>
            <a:off x="6265928" y="5131295"/>
            <a:ext cx="5826387" cy="8614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lang="en-ZA" sz="1200" kern="120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comprehensive understanding of the customer </a:t>
            </a:r>
            <a:r>
              <a:rPr lang="en-US" dirty="0" err="1"/>
              <a:t>behaviour</a:t>
            </a:r>
            <a:r>
              <a:rPr lang="en-US" dirty="0"/>
              <a:t> from multiple perspectives. From this, we can start deriving some recommendations and build further statistical models.</a:t>
            </a:r>
          </a:p>
        </p:txBody>
      </p:sp>
    </p:spTree>
    <p:extLst>
      <p:ext uri="{BB962C8B-B14F-4D97-AF65-F5344CB8AC3E}">
        <p14:creationId xmlns:p14="http://schemas.microsoft.com/office/powerpoint/2010/main" val="14862612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838200" y="383541"/>
            <a:ext cx="6028592" cy="1226572"/>
          </a:xfrm>
        </p:spPr>
        <p:txBody>
          <a:bodyPr>
            <a:normAutofit fontScale="90000"/>
          </a:bodyPr>
          <a:lstStyle/>
          <a:p>
            <a:r>
              <a:rPr lang="en-US" dirty="0"/>
              <a:t>Business Strategy &amp; Recommendations</a:t>
            </a:r>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idx="15"/>
          </p:nvPr>
        </p:nvSpPr>
        <p:spPr>
          <a:xfrm>
            <a:off x="857251" y="2260384"/>
            <a:ext cx="2381245" cy="524308"/>
          </a:xfrm>
        </p:spPr>
        <p:txBody>
          <a:bodyPr/>
          <a:lstStyle/>
          <a:p>
            <a:r>
              <a:rPr lang="en-ZA" dirty="0"/>
              <a:t>Growth</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3771900" y="2260384"/>
            <a:ext cx="2838444" cy="1226572"/>
          </a:xfrm>
        </p:spPr>
        <p:txBody>
          <a:bodyPr/>
          <a:lstStyle/>
          <a:p>
            <a:r>
              <a:rPr lang="en-ZA" dirty="0"/>
              <a:t>Opportunity to identify customers that  </a:t>
            </a:r>
            <a:r>
              <a:rPr lang="en-US" dirty="0"/>
              <a:t>should be prioritized for retention through loyalty programs or exclusive offers.</a:t>
            </a:r>
            <a:endParaRPr lang="en-ZA" dirty="0"/>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type="body" idx="17"/>
          </p:nvPr>
        </p:nvSpPr>
        <p:spPr>
          <a:xfrm>
            <a:off x="857251" y="3652757"/>
            <a:ext cx="2381245" cy="524308"/>
          </a:xfrm>
        </p:spPr>
        <p:txBody>
          <a:bodyPr vert="horz" lIns="91440" tIns="45720" rIns="91440" bIns="45720" rtlCol="0" anchor="t">
            <a:normAutofit fontScale="85000" lnSpcReduction="10000"/>
          </a:bodyPr>
          <a:lstStyle/>
          <a:p>
            <a:r>
              <a:rPr lang="en-ZA" noProof="1"/>
              <a:t>Re-engagement</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6"/>
          </p:nvPr>
        </p:nvSpPr>
        <p:spPr>
          <a:xfrm>
            <a:off x="3771900" y="3652757"/>
            <a:ext cx="2838444" cy="1226572"/>
          </a:xfrm>
        </p:spPr>
        <p:txBody>
          <a:bodyPr vert="horz" lIns="91440" tIns="45720" rIns="91440" bIns="45720" rtlCol="0" anchor="t">
            <a:normAutofit/>
          </a:bodyPr>
          <a:lstStyle/>
          <a:p>
            <a:r>
              <a:rPr lang="en-US" dirty="0">
                <a:latin typeface="system-ui"/>
              </a:rPr>
              <a:t>Re-engagement campaigns targeting these customers could prevent churn. Upselling or increasing purchase frequency could move them toward higher scores. </a:t>
            </a:r>
            <a:endParaRPr lang="en-ZA" noProof="1">
              <a:latin typeface="system-ui"/>
            </a:endParaRPr>
          </a:p>
        </p:txBody>
      </p:sp>
      <p:sp>
        <p:nvSpPr>
          <p:cNvPr id="8" name="Text Placeholder 7">
            <a:extLst>
              <a:ext uri="{FF2B5EF4-FFF2-40B4-BE49-F238E27FC236}">
                <a16:creationId xmlns:a16="http://schemas.microsoft.com/office/drawing/2014/main" id="{E92B9716-8D44-4864-8986-720957B34362}"/>
              </a:ext>
            </a:extLst>
          </p:cNvPr>
          <p:cNvSpPr>
            <a:spLocks noGrp="1"/>
          </p:cNvSpPr>
          <p:nvPr>
            <p:ph type="body" idx="19"/>
          </p:nvPr>
        </p:nvSpPr>
        <p:spPr>
          <a:xfrm>
            <a:off x="857251" y="5054655"/>
            <a:ext cx="2381245" cy="524308"/>
          </a:xfrm>
        </p:spPr>
        <p:txBody>
          <a:bodyPr/>
          <a:lstStyle/>
          <a:p>
            <a:r>
              <a:rPr lang="en-US" dirty="0"/>
              <a:t>Deep-Dive</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type="body" idx="18"/>
          </p:nvPr>
        </p:nvSpPr>
        <p:spPr>
          <a:xfrm>
            <a:off x="3771900" y="5054655"/>
            <a:ext cx="2838444" cy="1226572"/>
          </a:xfrm>
        </p:spPr>
        <p:txBody>
          <a:bodyPr/>
          <a:lstStyle/>
          <a:p>
            <a:r>
              <a:rPr lang="en-ZA" noProof="1"/>
              <a:t>More detailed analysis required. This is the </a:t>
            </a:r>
            <a:r>
              <a:rPr lang="en-US" noProof="1"/>
              <a:t>middle ground of customers with moderate recency, frequency, or monetary value.</a:t>
            </a:r>
            <a:endParaRPr lang="en-ZA" dirty="0"/>
          </a:p>
        </p:txBody>
      </p:sp>
      <p:pic>
        <p:nvPicPr>
          <p:cNvPr id="66" name="Picture Placeholder 65" descr="An image of a rack of neutral colored T-shirts. A woman's hand is selecting a shirt.">
            <a:extLst>
              <a:ext uri="{FF2B5EF4-FFF2-40B4-BE49-F238E27FC236}">
                <a16:creationId xmlns:a16="http://schemas.microsoft.com/office/drawing/2014/main" id="{C3E1B7B8-079D-4A7E-9C9D-2238847A5636}"/>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7923213" y="525463"/>
            <a:ext cx="3784599" cy="2629175"/>
          </a:xfrm>
        </p:spPr>
      </p:pic>
      <p:pic>
        <p:nvPicPr>
          <p:cNvPr id="68" name="Picture Placeholder 67" descr="A close-up picture of hanging dress shirts with the sleeves rolled up.">
            <a:extLst>
              <a:ext uri="{FF2B5EF4-FFF2-40B4-BE49-F238E27FC236}">
                <a16:creationId xmlns:a16="http://schemas.microsoft.com/office/drawing/2014/main" id="{40720171-A57D-4B75-8C19-882ECC4A3A4B}"/>
              </a:ext>
            </a:extLst>
          </p:cNvPr>
          <p:cNvPicPr>
            <a:picLocks noGrp="1" noChangeAspect="1"/>
          </p:cNvPicPr>
          <p:nvPr>
            <p:ph type="pic" sz="quarter" idx="20"/>
          </p:nvPr>
        </p:nvPicPr>
        <p:blipFill rotWithShape="1">
          <a:blip r:embed="rId3" cstate="screen">
            <a:extLst>
              <a:ext uri="{28A0092B-C50C-407E-A947-70E740481C1C}">
                <a14:useLocalDpi xmlns:a14="http://schemas.microsoft.com/office/drawing/2010/main"/>
              </a:ext>
            </a:extLst>
          </a:blip>
          <a:srcRect/>
          <a:stretch/>
        </p:blipFill>
        <p:spPr>
          <a:xfrm>
            <a:off x="7923213" y="3632600"/>
            <a:ext cx="3784599" cy="2629175"/>
          </a:xfrm>
        </p:spPr>
      </p:pic>
      <p:sp>
        <p:nvSpPr>
          <p:cNvPr id="69" name="Date Placeholder 68">
            <a:extLst>
              <a:ext uri="{FF2B5EF4-FFF2-40B4-BE49-F238E27FC236}">
                <a16:creationId xmlns:a16="http://schemas.microsoft.com/office/drawing/2014/main" id="{1DBB0ED0-EE80-4D3C-ADBC-320A9C400ADC}"/>
              </a:ext>
            </a:extLst>
          </p:cNvPr>
          <p:cNvSpPr>
            <a:spLocks noGrp="1"/>
          </p:cNvSpPr>
          <p:nvPr>
            <p:ph type="dt" sz="half" idx="10"/>
          </p:nvPr>
        </p:nvSpPr>
        <p:spPr>
          <a:xfrm>
            <a:off x="838200" y="6356350"/>
            <a:ext cx="2743200" cy="365125"/>
          </a:xfrm>
        </p:spPr>
        <p:txBody>
          <a:bodyPr/>
          <a:lstStyle/>
          <a:p>
            <a:r>
              <a:rPr lang="en-US" dirty="0"/>
              <a:t>6/23/2025</a:t>
            </a:r>
          </a:p>
        </p:txBody>
      </p:sp>
      <p:sp>
        <p:nvSpPr>
          <p:cNvPr id="71" name="Slide Number Placeholder 70">
            <a:extLst>
              <a:ext uri="{FF2B5EF4-FFF2-40B4-BE49-F238E27FC236}">
                <a16:creationId xmlns:a16="http://schemas.microsoft.com/office/drawing/2014/main" id="{4CFFF867-B1AF-42AA-BEA4-FC371900A0B6}"/>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8</a:t>
            </a:fld>
            <a:endParaRPr lang="en-US" dirty="0"/>
          </a:p>
        </p:txBody>
      </p:sp>
    </p:spTree>
    <p:extLst>
      <p:ext uri="{BB962C8B-B14F-4D97-AF65-F5344CB8AC3E}">
        <p14:creationId xmlns:p14="http://schemas.microsoft.com/office/powerpoint/2010/main" val="2121178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C2F121-5CDC-E8C1-7C0C-63EBE327E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FD91C4-CA0B-7EEF-F9A2-07252CF16B13}"/>
              </a:ext>
            </a:extLst>
          </p:cNvPr>
          <p:cNvSpPr>
            <a:spLocks noGrp="1"/>
          </p:cNvSpPr>
          <p:nvPr>
            <p:ph type="title"/>
          </p:nvPr>
        </p:nvSpPr>
        <p:spPr>
          <a:xfrm>
            <a:off x="615043" y="191722"/>
            <a:ext cx="10515600" cy="1004255"/>
          </a:xfrm>
        </p:spPr>
        <p:txBody>
          <a:bodyPr/>
          <a:lstStyle/>
          <a:p>
            <a:r>
              <a:rPr lang="en-US" dirty="0"/>
              <a:t>Meet the team</a:t>
            </a:r>
          </a:p>
        </p:txBody>
      </p:sp>
      <p:sp>
        <p:nvSpPr>
          <p:cNvPr id="61" name="Date Placeholder 60">
            <a:extLst>
              <a:ext uri="{FF2B5EF4-FFF2-40B4-BE49-F238E27FC236}">
                <a16:creationId xmlns:a16="http://schemas.microsoft.com/office/drawing/2014/main" id="{89CC07EF-B83F-AB18-E165-9BEE1C02BA60}"/>
              </a:ext>
            </a:extLst>
          </p:cNvPr>
          <p:cNvSpPr>
            <a:spLocks noGrp="1"/>
          </p:cNvSpPr>
          <p:nvPr>
            <p:ph type="dt" sz="half" idx="10"/>
          </p:nvPr>
        </p:nvSpPr>
        <p:spPr>
          <a:xfrm>
            <a:off x="838200" y="6356350"/>
            <a:ext cx="2743200" cy="365125"/>
          </a:xfrm>
        </p:spPr>
        <p:txBody>
          <a:bodyPr/>
          <a:lstStyle/>
          <a:p>
            <a:r>
              <a:rPr lang="en-US" dirty="0"/>
              <a:t>6/23/2025</a:t>
            </a:r>
          </a:p>
        </p:txBody>
      </p:sp>
      <p:sp>
        <p:nvSpPr>
          <p:cNvPr id="63" name="Slide Number Placeholder 62">
            <a:extLst>
              <a:ext uri="{FF2B5EF4-FFF2-40B4-BE49-F238E27FC236}">
                <a16:creationId xmlns:a16="http://schemas.microsoft.com/office/drawing/2014/main" id="{7ACBC0C9-62AC-F32A-7E7E-F8930CC8AD17}"/>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sp>
        <p:nvSpPr>
          <p:cNvPr id="27" name="Title 1">
            <a:extLst>
              <a:ext uri="{FF2B5EF4-FFF2-40B4-BE49-F238E27FC236}">
                <a16:creationId xmlns:a16="http://schemas.microsoft.com/office/drawing/2014/main" id="{D0C108AD-FE2C-AC8E-2182-1358F915EA9E}"/>
              </a:ext>
            </a:extLst>
          </p:cNvPr>
          <p:cNvSpPr txBox="1">
            <a:spLocks/>
          </p:cNvSpPr>
          <p:nvPr/>
        </p:nvSpPr>
        <p:spPr>
          <a:xfrm>
            <a:off x="838200" y="136525"/>
            <a:ext cx="10515600" cy="777875"/>
          </a:xfrm>
          <a:prstGeom prst="rect">
            <a:avLst/>
          </a:prstGeom>
          <a:solidFill>
            <a:schemeClr val="accent4">
              <a:lumMod val="40000"/>
              <a:lumOff val="60000"/>
            </a:scheme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1"/>
                </a:solidFill>
                <a:latin typeface="+mj-lt"/>
                <a:ea typeface="+mj-ea"/>
                <a:cs typeface="+mj-cs"/>
              </a:defRPr>
            </a:lvl1pPr>
          </a:lstStyle>
          <a:p>
            <a:r>
              <a:rPr lang="en-US" dirty="0">
                <a:solidFill>
                  <a:schemeClr val="tx1"/>
                </a:solidFill>
              </a:rPr>
              <a:t>K-Means Clustering Outputs</a:t>
            </a:r>
          </a:p>
        </p:txBody>
      </p:sp>
      <p:sp>
        <p:nvSpPr>
          <p:cNvPr id="33" name="Text Placeholder 4">
            <a:extLst>
              <a:ext uri="{FF2B5EF4-FFF2-40B4-BE49-F238E27FC236}">
                <a16:creationId xmlns:a16="http://schemas.microsoft.com/office/drawing/2014/main" id="{6321577C-A46F-FD1C-1EB0-C5CF66CC54AB}"/>
              </a:ext>
            </a:extLst>
          </p:cNvPr>
          <p:cNvSpPr txBox="1">
            <a:spLocks/>
          </p:cNvSpPr>
          <p:nvPr/>
        </p:nvSpPr>
        <p:spPr>
          <a:xfrm>
            <a:off x="67027" y="5553251"/>
            <a:ext cx="4533900" cy="861420"/>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lang="en-ZA" sz="1200" kern="120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 comprehensive understanding of the customer behavior from multiple perspectives. From this, we can start deriving some recommendations and build further statistical models.</a:t>
            </a:r>
          </a:p>
        </p:txBody>
      </p:sp>
      <p:pic>
        <p:nvPicPr>
          <p:cNvPr id="3" name="Picture 2">
            <a:extLst>
              <a:ext uri="{FF2B5EF4-FFF2-40B4-BE49-F238E27FC236}">
                <a16:creationId xmlns:a16="http://schemas.microsoft.com/office/drawing/2014/main" id="{A6367440-271B-DEB0-84B0-04753CA1BA23}"/>
              </a:ext>
            </a:extLst>
          </p:cNvPr>
          <p:cNvPicPr>
            <a:picLocks noChangeAspect="1"/>
          </p:cNvPicPr>
          <p:nvPr/>
        </p:nvPicPr>
        <p:blipFill>
          <a:blip r:embed="rId2"/>
          <a:stretch>
            <a:fillRect/>
          </a:stretch>
        </p:blipFill>
        <p:spPr>
          <a:xfrm>
            <a:off x="4881223" y="969597"/>
            <a:ext cx="4464164" cy="1839731"/>
          </a:xfrm>
          <a:prstGeom prst="rect">
            <a:avLst/>
          </a:prstGeom>
        </p:spPr>
      </p:pic>
      <p:pic>
        <p:nvPicPr>
          <p:cNvPr id="3074" name="Picture 2">
            <a:extLst>
              <a:ext uri="{FF2B5EF4-FFF2-40B4-BE49-F238E27FC236}">
                <a16:creationId xmlns:a16="http://schemas.microsoft.com/office/drawing/2014/main" id="{DE3DEF19-F2DD-3276-E1E7-5FFB14B6D3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7027" y="969597"/>
            <a:ext cx="4733915" cy="4528457"/>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47D9FE29-95D7-B85E-F159-AD4AC293189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1224" y="2897692"/>
            <a:ext cx="4464164" cy="1465966"/>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96DB470A-36F0-E2C3-0E55-F9F1A3EC2E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94265" y="969597"/>
            <a:ext cx="2730708" cy="2256926"/>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a:extLst>
              <a:ext uri="{FF2B5EF4-FFF2-40B4-BE49-F238E27FC236}">
                <a16:creationId xmlns:a16="http://schemas.microsoft.com/office/drawing/2014/main" id="{ADDF8123-602C-B9A5-DCD8-E9B44223BFA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81223" y="4452022"/>
            <a:ext cx="5393871" cy="177126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26381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12370D-40B9-A6A8-A54F-4EAD58EEC64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973280-C018-CA8A-80A5-A5D9FD89F3EC}"/>
              </a:ext>
            </a:extLst>
          </p:cNvPr>
          <p:cNvSpPr>
            <a:spLocks noGrp="1"/>
          </p:cNvSpPr>
          <p:nvPr>
            <p:ph type="title"/>
          </p:nvPr>
        </p:nvSpPr>
        <p:spPr>
          <a:xfrm>
            <a:off x="615043" y="191722"/>
            <a:ext cx="10515600" cy="1004255"/>
          </a:xfrm>
        </p:spPr>
        <p:txBody>
          <a:bodyPr/>
          <a:lstStyle/>
          <a:p>
            <a:r>
              <a:rPr lang="en-US" dirty="0"/>
              <a:t>Meet the team</a:t>
            </a:r>
          </a:p>
        </p:txBody>
      </p:sp>
      <p:sp>
        <p:nvSpPr>
          <p:cNvPr id="61" name="Date Placeholder 60">
            <a:extLst>
              <a:ext uri="{FF2B5EF4-FFF2-40B4-BE49-F238E27FC236}">
                <a16:creationId xmlns:a16="http://schemas.microsoft.com/office/drawing/2014/main" id="{C92C8BBE-6C54-66C3-EB55-075F36E9A663}"/>
              </a:ext>
            </a:extLst>
          </p:cNvPr>
          <p:cNvSpPr>
            <a:spLocks noGrp="1"/>
          </p:cNvSpPr>
          <p:nvPr>
            <p:ph type="dt" sz="half" idx="10"/>
          </p:nvPr>
        </p:nvSpPr>
        <p:spPr>
          <a:xfrm>
            <a:off x="838200" y="6356350"/>
            <a:ext cx="2743200" cy="365125"/>
          </a:xfrm>
        </p:spPr>
        <p:txBody>
          <a:bodyPr/>
          <a:lstStyle/>
          <a:p>
            <a:r>
              <a:rPr lang="en-US" dirty="0"/>
              <a:t>6/23/2025</a:t>
            </a:r>
          </a:p>
        </p:txBody>
      </p:sp>
      <p:sp>
        <p:nvSpPr>
          <p:cNvPr id="63" name="Slide Number Placeholder 62">
            <a:extLst>
              <a:ext uri="{FF2B5EF4-FFF2-40B4-BE49-F238E27FC236}">
                <a16:creationId xmlns:a16="http://schemas.microsoft.com/office/drawing/2014/main" id="{C2CE6C2A-9058-370C-E320-8FD49D2809F4}"/>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10</a:t>
            </a:fld>
            <a:endParaRPr lang="en-US" dirty="0"/>
          </a:p>
        </p:txBody>
      </p:sp>
      <p:sp>
        <p:nvSpPr>
          <p:cNvPr id="27" name="Title 1">
            <a:extLst>
              <a:ext uri="{FF2B5EF4-FFF2-40B4-BE49-F238E27FC236}">
                <a16:creationId xmlns:a16="http://schemas.microsoft.com/office/drawing/2014/main" id="{E1313AB8-DCCD-0A14-9AE6-163878B240A1}"/>
              </a:ext>
            </a:extLst>
          </p:cNvPr>
          <p:cNvSpPr txBox="1">
            <a:spLocks/>
          </p:cNvSpPr>
          <p:nvPr/>
        </p:nvSpPr>
        <p:spPr>
          <a:xfrm>
            <a:off x="838200" y="136525"/>
            <a:ext cx="10515600" cy="777875"/>
          </a:xfrm>
          <a:prstGeom prst="rect">
            <a:avLst/>
          </a:prstGeom>
          <a:solidFill>
            <a:schemeClr val="accent4">
              <a:lumMod val="40000"/>
              <a:lumOff val="60000"/>
            </a:schemeClr>
          </a:solidFill>
        </p:spPr>
        <p:txBody>
          <a:bodyPr vert="horz" lIns="91440" tIns="45720" rIns="91440" bIns="45720" rtlCol="0" anchor="ctr">
            <a:normAutofit/>
          </a:bodyPr>
          <a:lstStyle>
            <a:lvl1pPr algn="ctr" defTabSz="914400" rtl="0" eaLnBrk="1" latinLnBrk="0" hangingPunct="1">
              <a:lnSpc>
                <a:spcPct val="90000"/>
              </a:lnSpc>
              <a:spcBef>
                <a:spcPct val="0"/>
              </a:spcBef>
              <a:buNone/>
              <a:defRPr sz="4400" kern="1200">
                <a:solidFill>
                  <a:schemeClr val="accent1"/>
                </a:solidFill>
                <a:latin typeface="+mj-lt"/>
                <a:ea typeface="+mj-ea"/>
                <a:cs typeface="+mj-cs"/>
              </a:defRPr>
            </a:lvl1pPr>
          </a:lstStyle>
          <a:p>
            <a:r>
              <a:rPr lang="en-US" dirty="0">
                <a:solidFill>
                  <a:schemeClr val="tx1"/>
                </a:solidFill>
              </a:rPr>
              <a:t>Hierarchical Clustering Outputs</a:t>
            </a:r>
          </a:p>
        </p:txBody>
      </p:sp>
      <p:sp>
        <p:nvSpPr>
          <p:cNvPr id="33" name="Text Placeholder 4">
            <a:extLst>
              <a:ext uri="{FF2B5EF4-FFF2-40B4-BE49-F238E27FC236}">
                <a16:creationId xmlns:a16="http://schemas.microsoft.com/office/drawing/2014/main" id="{759D209B-0CF8-63DC-22F5-9EE8DB5E198B}"/>
              </a:ext>
            </a:extLst>
          </p:cNvPr>
          <p:cNvSpPr txBox="1">
            <a:spLocks/>
          </p:cNvSpPr>
          <p:nvPr/>
        </p:nvSpPr>
        <p:spPr>
          <a:xfrm>
            <a:off x="3728665" y="5008675"/>
            <a:ext cx="8176119" cy="134767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lang="en-ZA" sz="1200" kern="1200" dirty="0">
                <a:solidFill>
                  <a:schemeClr val="accent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r>
              <a:rPr lang="en-US" sz="1600" dirty="0"/>
              <a:t>A comprehensive understanding of the customer behavior from multiple perspectives.</a:t>
            </a:r>
            <a:br>
              <a:rPr lang="en-US" sz="1600" dirty="0"/>
            </a:br>
            <a:r>
              <a:rPr lang="en-US" sz="1600" dirty="0"/>
              <a:t> </a:t>
            </a:r>
            <a:br>
              <a:rPr lang="en-US" sz="1600" dirty="0"/>
            </a:br>
            <a:r>
              <a:rPr lang="en-US" sz="1600" dirty="0"/>
              <a:t>From this, we can start deriving some recommendations and build further statistical models.</a:t>
            </a:r>
          </a:p>
        </p:txBody>
      </p:sp>
      <p:pic>
        <p:nvPicPr>
          <p:cNvPr id="4" name="Picture 3">
            <a:extLst>
              <a:ext uri="{FF2B5EF4-FFF2-40B4-BE49-F238E27FC236}">
                <a16:creationId xmlns:a16="http://schemas.microsoft.com/office/drawing/2014/main" id="{EB61BC7C-E4CA-E446-7ADE-FFFF25F5A40F}"/>
              </a:ext>
            </a:extLst>
          </p:cNvPr>
          <p:cNvPicPr>
            <a:picLocks noChangeAspect="1"/>
          </p:cNvPicPr>
          <p:nvPr/>
        </p:nvPicPr>
        <p:blipFill>
          <a:blip r:embed="rId2"/>
          <a:stretch>
            <a:fillRect/>
          </a:stretch>
        </p:blipFill>
        <p:spPr>
          <a:xfrm>
            <a:off x="67028" y="968282"/>
            <a:ext cx="3829952" cy="2885261"/>
          </a:xfrm>
          <a:prstGeom prst="rect">
            <a:avLst/>
          </a:prstGeom>
        </p:spPr>
      </p:pic>
      <p:pic>
        <p:nvPicPr>
          <p:cNvPr id="4098" name="Picture 2">
            <a:extLst>
              <a:ext uri="{FF2B5EF4-FFF2-40B4-BE49-F238E27FC236}">
                <a16:creationId xmlns:a16="http://schemas.microsoft.com/office/drawing/2014/main" id="{7738773C-A616-0597-970E-8BF99D81DB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35556" y="968282"/>
            <a:ext cx="3016166" cy="288526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E4571618-97B6-D2E7-7EDC-5E5EB6BF456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005276" y="973065"/>
            <a:ext cx="5119696" cy="1681234"/>
          </a:xfrm>
          <a:prstGeom prst="rect">
            <a:avLst/>
          </a:prstGeom>
          <a:noFill/>
          <a:extLst>
            <a:ext uri="{909E8E84-426E-40DD-AFC4-6F175D3DCCD1}">
              <a14:hiddenFill xmlns:a14="http://schemas.microsoft.com/office/drawing/2010/main">
                <a:solidFill>
                  <a:srgbClr val="FFFFFF"/>
                </a:solidFill>
              </a14:hiddenFill>
            </a:ext>
          </a:extLst>
        </p:spPr>
      </p:pic>
      <p:pic>
        <p:nvPicPr>
          <p:cNvPr id="4102" name="Picture 6">
            <a:extLst>
              <a:ext uri="{FF2B5EF4-FFF2-40B4-BE49-F238E27FC236}">
                <a16:creationId xmlns:a16="http://schemas.microsoft.com/office/drawing/2014/main" id="{C99F0754-571A-4903-5C16-A69619F6CF3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026" y="3897652"/>
            <a:ext cx="3031144" cy="2458698"/>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99D5FF7F-E707-7281-5B82-934AE878BCB8}"/>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05276" y="2712964"/>
            <a:ext cx="5119698" cy="16812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33439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4BBEAF-B516-45F4-9EF6-A9F65111580F}"/>
              </a:ext>
            </a:extLst>
          </p:cNvPr>
          <p:cNvSpPr>
            <a:spLocks noGrp="1"/>
          </p:cNvSpPr>
          <p:nvPr>
            <p:ph idx="1"/>
          </p:nvPr>
        </p:nvSpPr>
        <p:spPr>
          <a:xfrm>
            <a:off x="1300842" y="2307532"/>
            <a:ext cx="4888943" cy="3779637"/>
          </a:xfrm>
        </p:spPr>
        <p:txBody>
          <a:bodyPr vert="horz" lIns="0" tIns="45720" rIns="91440" bIns="45720" rtlCol="0" anchor="t">
            <a:normAutofit fontScale="25000" lnSpcReduction="20000"/>
          </a:bodyPr>
          <a:lstStyle/>
          <a:p>
            <a:pPr algn="just"/>
            <a:r>
              <a:rPr lang="en-IN" sz="4800" dirty="0"/>
              <a:t>Through this analysis, we have identified some customer segments and the business strategies that we recommend for the business.</a:t>
            </a:r>
            <a:br>
              <a:rPr lang="en-IN" sz="3000" dirty="0"/>
            </a:br>
            <a:br>
              <a:rPr lang="en-IN" sz="3000" dirty="0"/>
            </a:br>
            <a:r>
              <a:rPr lang="en-IN" sz="4800" dirty="0"/>
              <a:t>High-Value (e.g., Cluster 0): Bar plot/</a:t>
            </a:r>
            <a:r>
              <a:rPr lang="en-IN" sz="4800" dirty="0" err="1"/>
              <a:t>heatmap</a:t>
            </a:r>
            <a:r>
              <a:rPr lang="en-IN" sz="4800" dirty="0"/>
              <a:t> show low </a:t>
            </a:r>
            <a:r>
              <a:rPr lang="en-IN" sz="4800" dirty="0" err="1"/>
              <a:t>Recency</a:t>
            </a:r>
            <a:r>
              <a:rPr lang="en-IN" sz="4800" dirty="0"/>
              <a:t>, high Monetary → Offer VIP discounts (e.g., France).</a:t>
            </a:r>
            <a:br>
              <a:rPr lang="en-IN" sz="4800" dirty="0"/>
            </a:br>
            <a:br>
              <a:rPr lang="en-IN" sz="3000" dirty="0"/>
            </a:br>
            <a:r>
              <a:rPr lang="en-IN" sz="4800" dirty="0"/>
              <a:t>At-Risk (e.g., Cluster 1): High </a:t>
            </a:r>
            <a:r>
              <a:rPr lang="en-IN" sz="4800" dirty="0" err="1"/>
              <a:t>Recency</a:t>
            </a:r>
            <a:r>
              <a:rPr lang="en-IN" sz="4800" dirty="0"/>
              <a:t> in scatters/box plots → Re-engagement emails (e.g., €5 vouchers in Norway).</a:t>
            </a:r>
          </a:p>
          <a:p>
            <a:pPr algn="just"/>
            <a:br>
              <a:rPr lang="en-IN" sz="4800" dirty="0"/>
            </a:br>
            <a:r>
              <a:rPr lang="en-IN" sz="4800" dirty="0"/>
              <a:t>Loyal (e.g., Cluster 2): Moderate RFM in bar plot, wide violin plots → Upsell bundles (e.g., Germany).</a:t>
            </a:r>
          </a:p>
          <a:p>
            <a:pPr algn="just"/>
            <a:br>
              <a:rPr lang="en-IN" sz="4800" dirty="0"/>
            </a:br>
            <a:r>
              <a:rPr lang="en-IN" sz="4800" dirty="0"/>
              <a:t>Emerging (e.g., Cluster 3): Moderate bars | Box plots in → </a:t>
            </a:r>
            <a:r>
              <a:rPr lang="en-IN" sz="4800" dirty="0" err="1"/>
              <a:t>Onboarding</a:t>
            </a:r>
            <a:r>
              <a:rPr lang="en-IN" sz="4800" dirty="0"/>
              <a:t> offers (e.g., free shipping).</a:t>
            </a:r>
          </a:p>
          <a:p>
            <a:pPr algn="just"/>
            <a:br>
              <a:rPr lang="en-IN" dirty="0"/>
            </a:br>
            <a:endParaRPr lang="en-US" dirty="0"/>
          </a:p>
        </p:txBody>
      </p:sp>
      <p:sp>
        <p:nvSpPr>
          <p:cNvPr id="10" name="Date Placeholder 9">
            <a:extLst>
              <a:ext uri="{FF2B5EF4-FFF2-40B4-BE49-F238E27FC236}">
                <a16:creationId xmlns:a16="http://schemas.microsoft.com/office/drawing/2014/main" id="{CCF23D9C-6A87-4F87-A084-8DAA22490EEC}"/>
              </a:ext>
            </a:extLst>
          </p:cNvPr>
          <p:cNvSpPr>
            <a:spLocks noGrp="1"/>
          </p:cNvSpPr>
          <p:nvPr>
            <p:ph type="dt" sz="half" idx="10"/>
          </p:nvPr>
        </p:nvSpPr>
        <p:spPr>
          <a:xfrm>
            <a:off x="838200" y="6356350"/>
            <a:ext cx="925285" cy="365125"/>
          </a:xfrm>
        </p:spPr>
        <p:txBody>
          <a:bodyPr/>
          <a:lstStyle/>
          <a:p>
            <a:r>
              <a:rPr lang="en-US" dirty="0"/>
              <a:t>6/23/2025</a:t>
            </a:r>
          </a:p>
        </p:txBody>
      </p:sp>
      <p:pic>
        <p:nvPicPr>
          <p:cNvPr id="7" name="Picture Placeholder 6" descr="A woman putting a dress on a clothing mannequin in a clothing boutique. ">
            <a:extLst>
              <a:ext uri="{FF2B5EF4-FFF2-40B4-BE49-F238E27FC236}">
                <a16:creationId xmlns:a16="http://schemas.microsoft.com/office/drawing/2014/main" id="{3AAC5E4A-4D3B-4380-AAAC-5C44641AD52B}"/>
              </a:ext>
            </a:extLst>
          </p:cNvPr>
          <p:cNvPicPr>
            <a:picLocks noGrp="1" noChangeAspect="1"/>
          </p:cNvPicPr>
          <p:nvPr>
            <p:ph type="pic" sz="quarter" idx="13"/>
          </p:nvPr>
        </p:nvPicPr>
        <p:blipFill rotWithShape="1">
          <a:blip r:embed="rId2" cstate="screen">
            <a:extLst>
              <a:ext uri="{28A0092B-C50C-407E-A947-70E740481C1C}">
                <a14:useLocalDpi xmlns:a14="http://schemas.microsoft.com/office/drawing/2010/main"/>
              </a:ext>
            </a:extLst>
          </a:blip>
          <a:srcRect/>
          <a:stretch/>
        </p:blipFill>
        <p:spPr>
          <a:xfrm>
            <a:off x="6644640" y="0"/>
            <a:ext cx="5547360" cy="6858000"/>
          </a:xfrm>
        </p:spPr>
      </p:pic>
      <p:sp>
        <p:nvSpPr>
          <p:cNvPr id="28" name="Text Placeholder 27">
            <a:extLst>
              <a:ext uri="{FF2B5EF4-FFF2-40B4-BE49-F238E27FC236}">
                <a16:creationId xmlns:a16="http://schemas.microsoft.com/office/drawing/2014/main" id="{1487DD97-BF4A-479A-843F-3BF5E7D3CE5D}"/>
              </a:ext>
            </a:extLst>
          </p:cNvPr>
          <p:cNvSpPr>
            <a:spLocks noGrp="1"/>
          </p:cNvSpPr>
          <p:nvPr>
            <p:ph type="body" sz="quarter" idx="14"/>
          </p:nvPr>
        </p:nvSpPr>
        <p:spPr>
          <a:xfrm>
            <a:off x="596118" y="182119"/>
            <a:ext cx="1856232" cy="1856232"/>
          </a:xfrm>
        </p:spPr>
        <p:txBody>
          <a:bodyPr/>
          <a:lstStyle/>
          <a:p>
            <a:r>
              <a:rPr lang="en-US" dirty="0"/>
              <a:t>WE HELP BUSINESSES GROW AND NURTURE A CONSUMER-FIRST MINDSET.</a:t>
            </a:r>
          </a:p>
        </p:txBody>
      </p:sp>
      <p:sp>
        <p:nvSpPr>
          <p:cNvPr id="12" name="Slide Number Placeholder 11">
            <a:extLst>
              <a:ext uri="{FF2B5EF4-FFF2-40B4-BE49-F238E27FC236}">
                <a16:creationId xmlns:a16="http://schemas.microsoft.com/office/drawing/2014/main" id="{9C5DD987-D8F4-4ECB-9385-50D7771BBDEF}"/>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11</a:t>
            </a:fld>
            <a:endParaRPr lang="en-US" dirty="0"/>
          </a:p>
        </p:txBody>
      </p:sp>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1162052" y="509954"/>
            <a:ext cx="3975802" cy="899014"/>
          </a:xfrm>
        </p:spPr>
        <p:txBody>
          <a:bodyPr>
            <a:normAutofit/>
          </a:bodyPr>
          <a:lstStyle/>
          <a:p>
            <a:r>
              <a:rPr lang="en-US" sz="3800" dirty="0"/>
              <a:t>Findings</a:t>
            </a:r>
          </a:p>
        </p:txBody>
      </p:sp>
      <p:cxnSp>
        <p:nvCxnSpPr>
          <p:cNvPr id="5" name="Straight Connector 4"/>
          <p:cNvCxnSpPr/>
          <p:nvPr/>
        </p:nvCxnSpPr>
        <p:spPr>
          <a:xfrm>
            <a:off x="1162052" y="2366185"/>
            <a:ext cx="0" cy="3322438"/>
          </a:xfrm>
          <a:prstGeom prst="line">
            <a:avLst/>
          </a:prstGeom>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9201739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Placeholder 8" descr="A woman shopping in a clothing boutique. ">
            <a:extLst>
              <a:ext uri="{FF2B5EF4-FFF2-40B4-BE49-F238E27FC236}">
                <a16:creationId xmlns:a16="http://schemas.microsoft.com/office/drawing/2014/main" id="{830982DC-181F-4404-B1E7-68CBBB6562EF}"/>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a:ext>
            </a:extLst>
          </a:blip>
          <a:srcRect/>
          <a:stretch/>
        </p:blipFill>
        <p:spPr>
          <a:xfrm>
            <a:off x="3931921" y="536574"/>
            <a:ext cx="7780020" cy="5784853"/>
          </a:xfrm>
        </p:spPr>
      </p:pic>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95300" y="1122363"/>
            <a:ext cx="4446270" cy="1874837"/>
          </a:xfrm>
        </p:spPr>
        <p:txBody>
          <a:bodyPr>
            <a:normAutofit/>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1145858" y="3779212"/>
            <a:ext cx="1708784" cy="1156332"/>
          </a:xfrm>
        </p:spPr>
        <p:txBody>
          <a:bodyPr>
            <a:normAutofit/>
          </a:bodyPr>
          <a:lstStyle/>
          <a:p>
            <a:r>
              <a:rPr lang="en-US" dirty="0"/>
              <a:t>AA500:</a:t>
            </a:r>
          </a:p>
          <a:p>
            <a:r>
              <a:rPr lang="en-US" dirty="0"/>
              <a:t>Group 9</a:t>
            </a:r>
          </a:p>
        </p:txBody>
      </p:sp>
      <p:sp>
        <p:nvSpPr>
          <p:cNvPr id="16" name="Text Placeholder 15">
            <a:extLst>
              <a:ext uri="{FF2B5EF4-FFF2-40B4-BE49-F238E27FC236}">
                <a16:creationId xmlns:a16="http://schemas.microsoft.com/office/drawing/2014/main" id="{513FE871-0072-4E75-B1B8-B4BCF7C6DEAC}"/>
              </a:ext>
            </a:extLst>
          </p:cNvPr>
          <p:cNvSpPr>
            <a:spLocks noGrp="1"/>
          </p:cNvSpPr>
          <p:nvPr>
            <p:ph type="body" sz="quarter" idx="14"/>
          </p:nvPr>
        </p:nvSpPr>
        <p:spPr>
          <a:xfrm>
            <a:off x="722376" y="3264408"/>
            <a:ext cx="1993392" cy="1993392"/>
          </a:xfrm>
        </p:spPr>
        <p:txBody>
          <a:bodyPr/>
          <a:lstStyle/>
          <a:p>
            <a:r>
              <a:rPr lang="en-US" dirty="0"/>
              <a:t>WE HELP BUSINESSES GROW AND NURTURE A CONSUMER-FIRST MINDSET.</a:t>
            </a:r>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Office Theme">
  <a:themeElements>
    <a:clrScheme name="Custom 175">
      <a:dk1>
        <a:sysClr val="windowText" lastClr="000000"/>
      </a:dk1>
      <a:lt1>
        <a:sysClr val="window" lastClr="FFFFFF"/>
      </a:lt1>
      <a:dk2>
        <a:srgbClr val="44546A"/>
      </a:dk2>
      <a:lt2>
        <a:srgbClr val="E7E6E6"/>
      </a:lt2>
      <a:accent1>
        <a:srgbClr val="EFEAE4"/>
      </a:accent1>
      <a:accent2>
        <a:srgbClr val="7C6B62"/>
      </a:accent2>
      <a:accent3>
        <a:srgbClr val="5D4C41"/>
      </a:accent3>
      <a:accent4>
        <a:srgbClr val="AA6256"/>
      </a:accent4>
      <a:accent5>
        <a:srgbClr val="ACC6D8"/>
      </a:accent5>
      <a:accent6>
        <a:srgbClr val="CBA863"/>
      </a:accent6>
      <a:hlink>
        <a:srgbClr val="0563C1"/>
      </a:hlink>
      <a:folHlink>
        <a:srgbClr val="954F72"/>
      </a:folHlink>
    </a:clrScheme>
    <a:fontScheme name="Custom 59">
      <a:majorFont>
        <a:latin typeface="Bodoni MT"/>
        <a:ea typeface=""/>
        <a:cs typeface=""/>
      </a:majorFont>
      <a:minorFont>
        <a:latin typeface="Seafor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Retail Pitch Deck_tm33850888_Win32_LW_v2.potx" id="{46D5EC7D-1804-4C18-AE1A-8CD4358371A7}" vid="{50D438F0-9FB1-414D-BBA2-7CE35940A59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f793b078-82a0-4d35-898c-fad86823c3cf" xsi:nil="true"/>
    <_activity xmlns="f793b078-82a0-4d35-898c-fad86823c3c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360F69FFE9A9D418E6B3F363E9CC33B" ma:contentTypeVersion="17" ma:contentTypeDescription="Create a new document." ma:contentTypeScope="" ma:versionID="fa11e3b86ed7aa0c0ae25cc76e988fa5">
  <xsd:schema xmlns:xsd="http://www.w3.org/2001/XMLSchema" xmlns:xs="http://www.w3.org/2001/XMLSchema" xmlns:p="http://schemas.microsoft.com/office/2006/metadata/properties" xmlns:ns3="d0be0fec-8d0c-4212-ac02-430393c78385" xmlns:ns4="f793b078-82a0-4d35-898c-fad86823c3cf" targetNamespace="http://schemas.microsoft.com/office/2006/metadata/properties" ma:root="true" ma:fieldsID="612d272c886a5c992780001a5d5d28a8" ns3:_="" ns4:_="">
    <xsd:import namespace="d0be0fec-8d0c-4212-ac02-430393c78385"/>
    <xsd:import namespace="f793b078-82a0-4d35-898c-fad86823c3cf"/>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GenerationTime" minOccurs="0"/>
                <xsd:element ref="ns4:MediaServiceEventHashCode" minOccurs="0"/>
                <xsd:element ref="ns4:MediaServiceAutoKeyPoints" minOccurs="0"/>
                <xsd:element ref="ns4:MediaServiceKeyPoints" minOccurs="0"/>
                <xsd:element ref="ns4:MediaLengthInSeconds" minOccurs="0"/>
                <xsd:element ref="ns4:_activity" minOccurs="0"/>
                <xsd:element ref="ns4:MediaServiceObjectDetectorVersions" minOccurs="0"/>
                <xsd:element ref="ns4:MediaServiceSystemTags" minOccurs="0"/>
                <xsd:element ref="ns4: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0be0fec-8d0c-4212-ac02-430393c78385"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element name="SharingHintHash" ma:index="10" nillable="true" ma:displayName="Sharing Hint Hash"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793b078-82a0-4d35-898c-fad86823c3cf"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AutoKeyPoints" ma:index="18" nillable="true" ma:displayName="MediaServiceAutoKeyPoints" ma:hidden="true" ma:internalName="MediaServiceAutoKeyPoints" ma:readOnly="true">
      <xsd:simpleType>
        <xsd:restriction base="dms:Note"/>
      </xsd:simpleType>
    </xsd:element>
    <xsd:element name="MediaServiceKeyPoints" ma:index="19" nillable="true" ma:displayName="KeyPoints" ma:internalName="MediaServiceKeyPoints" ma:readOnly="true">
      <xsd:simpleType>
        <xsd:restriction base="dms:Note">
          <xsd:maxLength value="255"/>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_activity" ma:index="21" nillable="true" ma:displayName="_activity" ma:hidden="true" ma:internalName="_activity">
      <xsd:simpleType>
        <xsd:restriction base="dms:Note"/>
      </xsd:simpleType>
    </xsd:element>
    <xsd:element name="MediaServiceObjectDetectorVersions" ma:index="22" nillable="true" ma:displayName="MediaServiceObjectDetectorVersions" ma:description="" ma:hidden="true" ma:indexed="true" ma:internalName="MediaServiceObjectDetectorVersions" ma:readOnly="true">
      <xsd:simpleType>
        <xsd:restriction base="dms:Text"/>
      </xsd:simpleType>
    </xsd:element>
    <xsd:element name="MediaServiceSystemTags" ma:index="23" nillable="true" ma:displayName="MediaServiceSystemTags" ma:hidden="true" ma:internalName="MediaServiceSystemTags" ma:readOnly="true">
      <xsd:simpleType>
        <xsd:restriction base="dms:Note"/>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5B071DB-81D7-454C-B973-21A172F54F13}">
  <ds:schemaRefs>
    <ds:schemaRef ds:uri="http://schemas.microsoft.com/office/infopath/2007/PartnerControls"/>
    <ds:schemaRef ds:uri="http://purl.org/dc/terms/"/>
    <ds:schemaRef ds:uri="http://purl.org/dc/elements/1.1/"/>
    <ds:schemaRef ds:uri="f793b078-82a0-4d35-898c-fad86823c3cf"/>
    <ds:schemaRef ds:uri="http://purl.org/dc/dcmitype/"/>
    <ds:schemaRef ds:uri="http://schemas.microsoft.com/office/2006/documentManagement/types"/>
    <ds:schemaRef ds:uri="http://schemas.openxmlformats.org/package/2006/metadata/core-properties"/>
    <ds:schemaRef ds:uri="d0be0fec-8d0c-4212-ac02-430393c78385"/>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7FB0D94B-5A32-4AAB-B55C-DC457E4CE0C4}">
  <ds:schemaRefs>
    <ds:schemaRef ds:uri="http://schemas.microsoft.com/sharepoint/v3/contenttype/forms"/>
  </ds:schemaRefs>
</ds:datastoreItem>
</file>

<file path=customXml/itemProps3.xml><?xml version="1.0" encoding="utf-8"?>
<ds:datastoreItem xmlns:ds="http://schemas.openxmlformats.org/officeDocument/2006/customXml" ds:itemID="{8F49DA99-7E19-451C-94CB-DCED7D3412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0be0fec-8d0c-4212-ac02-430393c78385"/>
    <ds:schemaRef ds:uri="f793b078-82a0-4d35-898c-fad86823c3c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Retail pitch deck</Template>
  <TotalTime>0</TotalTime>
  <Words>769</Words>
  <Application>Microsoft Office PowerPoint</Application>
  <PresentationFormat>Widescreen</PresentationFormat>
  <Paragraphs>92</Paragraphs>
  <Slides>12</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Bodoni MT</vt:lpstr>
      <vt:lpstr>Calibri</vt:lpstr>
      <vt:lpstr>Seaford</vt:lpstr>
      <vt:lpstr>system-ui</vt:lpstr>
      <vt:lpstr>Office Theme</vt:lpstr>
      <vt:lpstr>Online Retails Sales: Customer Segmentation and Profiling Probability and Statistics for Artificial Intelligence (AAI-500-IN2)</vt:lpstr>
      <vt:lpstr>Meet the team</vt:lpstr>
      <vt:lpstr>Dataset Selection</vt:lpstr>
      <vt:lpstr>Problem</vt:lpstr>
      <vt:lpstr>Solution</vt:lpstr>
      <vt:lpstr>Recency, Frequency and Monetary Value (RFM) Analysis</vt:lpstr>
      <vt:lpstr>Meet the team</vt:lpstr>
      <vt:lpstr>Business Strategy &amp; Recommendations</vt:lpstr>
      <vt:lpstr>Meet the team</vt:lpstr>
      <vt:lpstr>Meet the team</vt:lpstr>
      <vt:lpstr>Findings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Online Retails Sales: Customer Segmentation and Profiling Probability and Statistics for Artificial Intelligence (AAI-500-IN2)</dc:title>
  <dc:creator>MLANDA, Tamayi</dc:creator>
  <cp:lastModifiedBy>MLANDA, Tamayi</cp:lastModifiedBy>
  <cp:revision>15</cp:revision>
  <dcterms:created xsi:type="dcterms:W3CDTF">2025-06-22T17:20:52Z</dcterms:created>
  <dcterms:modified xsi:type="dcterms:W3CDTF">2025-06-23T10:10:57Z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0x0101000360F69FFE9A9D418E6B3F363E9CC33B</vt:lpwstr>
  </property>
</Properties>
</file>